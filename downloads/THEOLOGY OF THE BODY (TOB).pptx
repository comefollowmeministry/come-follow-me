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80" r:id="rId2"/>
    <p:sldId id="256" r:id="rId3"/>
    <p:sldId id="257" r:id="rId4"/>
    <p:sldId id="259" r:id="rId5"/>
    <p:sldId id="260" r:id="rId6"/>
    <p:sldId id="261" r:id="rId7"/>
    <p:sldId id="262" r:id="rId8"/>
    <p:sldId id="263" r:id="rId9"/>
    <p:sldId id="264" r:id="rId10"/>
    <p:sldId id="265" r:id="rId11"/>
    <p:sldId id="281" r:id="rId12"/>
    <p:sldId id="282" r:id="rId13"/>
    <p:sldId id="283" r:id="rId14"/>
    <p:sldId id="267" r:id="rId15"/>
    <p:sldId id="284" r:id="rId16"/>
    <p:sldId id="285" r:id="rId17"/>
    <p:sldId id="278" r:id="rId18"/>
    <p:sldId id="27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291" autoAdjust="0"/>
  </p:normalViewPr>
  <p:slideViewPr>
    <p:cSldViewPr snapToGrid="0">
      <p:cViewPr varScale="1">
        <p:scale>
          <a:sx n="64" d="100"/>
          <a:sy n="64" d="100"/>
        </p:scale>
        <p:origin x="4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10022006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1726315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13114663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C7376B-2106-48F9-ACEC-4097D7CB1E98}" type="datetimeFigureOut">
              <a:rPr lang="en-NG" smtClean="0"/>
              <a:t>05/07/2025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36812051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C7376B-2106-48F9-ACEC-4097D7CB1E98}" type="datetimeFigureOut">
              <a:rPr lang="en-NG" smtClean="0"/>
              <a:t>05/07/2025</a:t>
            </a:fld>
            <a:endParaRPr lang="en-NG"/>
          </a:p>
        </p:txBody>
      </p:sp>
      <p:sp>
        <p:nvSpPr>
          <p:cNvPr id="8" name="Footer Placeholder 7"/>
          <p:cNvSpPr>
            <a:spLocks noGrp="1"/>
          </p:cNvSpPr>
          <p:nvPr>
            <p:ph type="ftr" sz="quarter" idx="11"/>
          </p:nvPr>
        </p:nvSpPr>
        <p:spPr/>
        <p:txBody>
          <a:bodyPr/>
          <a:lstStyle/>
          <a:p>
            <a:endParaRPr lang="en-NG"/>
          </a:p>
        </p:txBody>
      </p:sp>
      <p:sp>
        <p:nvSpPr>
          <p:cNvPr id="9" name="Slide Number Placeholder 8"/>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35914657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3"/>
          <p:cNvSpPr>
            <a:spLocks noGrp="1"/>
          </p:cNvSpPr>
          <p:nvPr>
            <p:ph type="ftr" sz="quarter" idx="11"/>
          </p:nvPr>
        </p:nvSpPr>
        <p:spPr/>
        <p:txBody>
          <a:bodyPr/>
          <a:lstStyle/>
          <a:p>
            <a:endParaRPr lang="en-NG"/>
          </a:p>
        </p:txBody>
      </p:sp>
      <p:sp>
        <p:nvSpPr>
          <p:cNvPr id="6" name="Slide Number Placeholder 4"/>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21890432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2"/>
          <p:cNvSpPr>
            <a:spLocks noGrp="1"/>
          </p:cNvSpPr>
          <p:nvPr>
            <p:ph type="ftr" sz="quarter" idx="11"/>
          </p:nvPr>
        </p:nvSpPr>
        <p:spPr/>
        <p:txBody>
          <a:bodyPr/>
          <a:lstStyle/>
          <a:p>
            <a:endParaRPr lang="en-NG"/>
          </a:p>
        </p:txBody>
      </p:sp>
      <p:sp>
        <p:nvSpPr>
          <p:cNvPr id="6" name="Slide Number Placeholder 3"/>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3266186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5"/>
          <p:cNvSpPr>
            <a:spLocks noGrp="1"/>
          </p:cNvSpPr>
          <p:nvPr>
            <p:ph type="ftr" sz="quarter" idx="11"/>
          </p:nvPr>
        </p:nvSpPr>
        <p:spPr/>
        <p:txBody>
          <a:bodyPr/>
          <a:lstStyle/>
          <a:p>
            <a:endParaRPr lang="en-NG"/>
          </a:p>
        </p:txBody>
      </p:sp>
      <p:sp>
        <p:nvSpPr>
          <p:cNvPr id="6" name="Slide Number Placeholder 6"/>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35975734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376B-2106-48F9-ACEC-4097D7CB1E98}" type="datetimeFigureOut">
              <a:rPr lang="en-NG" smtClean="0"/>
              <a:t>05/07/2025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354239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C7376B-2106-48F9-ACEC-4097D7CB1E98}" type="datetimeFigureOut">
              <a:rPr lang="en-NG" smtClean="0"/>
              <a:t>05/07/2025</a:t>
            </a:fld>
            <a:endParaRPr lang="en-NG"/>
          </a:p>
        </p:txBody>
      </p:sp>
      <p:sp>
        <p:nvSpPr>
          <p:cNvPr id="6" name="Footer Placeholder 5"/>
          <p:cNvSpPr>
            <a:spLocks noGrp="1"/>
          </p:cNvSpPr>
          <p:nvPr>
            <p:ph type="ftr" sz="quarter" idx="11"/>
          </p:nvPr>
        </p:nvSpPr>
        <p:spPr/>
        <p:txBody>
          <a:bodyPr/>
          <a:lstStyle/>
          <a:p>
            <a:endParaRPr lang="en-NG"/>
          </a:p>
        </p:txBody>
      </p:sp>
      <p:sp>
        <p:nvSpPr>
          <p:cNvPr id="7" name="Slide Number Placeholder 6"/>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7500289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34732442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0218825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2237928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4"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21263811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4"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9150535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6185453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8C7376B-2106-48F9-ACEC-4097D7CB1E98}" type="datetimeFigureOut">
              <a:rPr lang="en-NG" smtClean="0"/>
              <a:t>05/07/2025</a:t>
            </a:fld>
            <a:endParaRPr lang="en-NG"/>
          </a:p>
        </p:txBody>
      </p:sp>
      <p:sp>
        <p:nvSpPr>
          <p:cNvPr id="5" name="Footer Placeholder 4"/>
          <p:cNvSpPr>
            <a:spLocks noGrp="1"/>
          </p:cNvSpPr>
          <p:nvPr>
            <p:ph type="ftr" sz="quarter" idx="11"/>
          </p:nvPr>
        </p:nvSpPr>
        <p:spPr/>
        <p:txBody>
          <a:bodyPr/>
          <a:lstStyle/>
          <a:p>
            <a:endParaRPr lang="en-NG"/>
          </a:p>
        </p:txBody>
      </p:sp>
      <p:sp>
        <p:nvSpPr>
          <p:cNvPr id="6" name="Slide Number Placeholder 5"/>
          <p:cNvSpPr>
            <a:spLocks noGrp="1"/>
          </p:cNvSpPr>
          <p:nvPr>
            <p:ph type="sldNum" sz="quarter" idx="12"/>
          </p:nvPr>
        </p:nvSpPr>
        <p:spPr/>
        <p:txBody>
          <a:bodyPr/>
          <a:lstStyle/>
          <a:p>
            <a:fld id="{8C825504-7BC2-4564-82D6-53F75EFB8FDD}" type="slidenum">
              <a:rPr lang="en-NG" smtClean="0"/>
              <a:t>‹#›</a:t>
            </a:fld>
            <a:endParaRPr lang="en-NG"/>
          </a:p>
        </p:txBody>
      </p:sp>
    </p:spTree>
    <p:extLst>
      <p:ext uri="{BB962C8B-B14F-4D97-AF65-F5344CB8AC3E}">
        <p14:creationId xmlns:p14="http://schemas.microsoft.com/office/powerpoint/2010/main" val="19358140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18C7376B-2106-48F9-ACEC-4097D7CB1E98}" type="datetimeFigureOut">
              <a:rPr lang="en-NG" smtClean="0"/>
              <a:t>05/07/2025</a:t>
            </a:fld>
            <a:endParaRPr lang="en-NG"/>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NG"/>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8C825504-7BC2-4564-82D6-53F75EFB8FDD}" type="slidenum">
              <a:rPr lang="en-NG" smtClean="0"/>
              <a:t>‹#›</a:t>
            </a:fld>
            <a:endParaRPr lang="en-NG"/>
          </a:p>
        </p:txBody>
      </p:sp>
    </p:spTree>
    <p:extLst>
      <p:ext uri="{BB962C8B-B14F-4D97-AF65-F5344CB8AC3E}">
        <p14:creationId xmlns:p14="http://schemas.microsoft.com/office/powerpoint/2010/main" val="2277736490"/>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C0126-9224-5AF2-FD57-9E7B06787E46}"/>
              </a:ext>
            </a:extLst>
          </p:cNvPr>
          <p:cNvSpPr>
            <a:spLocks noGrp="1"/>
          </p:cNvSpPr>
          <p:nvPr>
            <p:ph type="title"/>
          </p:nvPr>
        </p:nvSpPr>
        <p:spPr>
          <a:xfrm>
            <a:off x="0" y="164892"/>
            <a:ext cx="12192000" cy="1319134"/>
          </a:xfrm>
        </p:spPr>
        <p:txBody>
          <a:bodyPr/>
          <a:lstStyle/>
          <a:p>
            <a:pPr marL="0" indent="0" algn="ctr"/>
            <a:r>
              <a:rPr lang="en-NG" sz="3200" dirty="0">
                <a:solidFill>
                  <a:srgbClr val="FFFF00"/>
                </a:solidFill>
                <a:latin typeface="Algerian" panose="04020705040A02060702" pitchFamily="82" charset="0"/>
              </a:rPr>
              <a:t>WELCOME TO TODAYS SEMINAR FOR THE YOUTH OF GUSAWETA</a:t>
            </a:r>
            <a:br>
              <a:rPr lang="en-NG" sz="3200" dirty="0">
                <a:solidFill>
                  <a:srgbClr val="FFFF00"/>
                </a:solidFill>
                <a:latin typeface="Algerian" panose="04020705040A02060702" pitchFamily="82" charset="0"/>
              </a:rPr>
            </a:br>
            <a:r>
              <a:rPr lang="en-NG" sz="3200" dirty="0">
                <a:solidFill>
                  <a:srgbClr val="FFFF00"/>
                </a:solidFill>
                <a:latin typeface="Algerian" panose="04020705040A02060702" pitchFamily="82" charset="0"/>
              </a:rPr>
              <a:t>STAY TILL THE END</a:t>
            </a:r>
            <a:br>
              <a:rPr lang="en-NG" sz="2000" dirty="0"/>
            </a:br>
            <a:endParaRPr lang="en-NG" sz="2000" dirty="0"/>
          </a:p>
        </p:txBody>
      </p:sp>
      <p:sp>
        <p:nvSpPr>
          <p:cNvPr id="3" name="Content Placeholder 2">
            <a:extLst>
              <a:ext uri="{FF2B5EF4-FFF2-40B4-BE49-F238E27FC236}">
                <a16:creationId xmlns:a16="http://schemas.microsoft.com/office/drawing/2014/main" id="{C13FB0DC-E6F2-3699-38AD-6BA9AA570DBE}"/>
              </a:ext>
            </a:extLst>
          </p:cNvPr>
          <p:cNvSpPr>
            <a:spLocks noGrp="1"/>
          </p:cNvSpPr>
          <p:nvPr>
            <p:ph idx="1"/>
          </p:nvPr>
        </p:nvSpPr>
        <p:spPr>
          <a:xfrm>
            <a:off x="0" y="1484026"/>
            <a:ext cx="12192000" cy="5373974"/>
          </a:xfrm>
        </p:spPr>
        <p:txBody>
          <a:bodyPr>
            <a:normAutofit lnSpcReduction="10000"/>
          </a:bodyPr>
          <a:lstStyle/>
          <a:p>
            <a:pPr marL="0" indent="0" algn="just">
              <a:buNone/>
            </a:pPr>
            <a:r>
              <a:rPr lang="en-NG" sz="2800" dirty="0">
                <a:latin typeface="Lucida Fax" panose="02060602050505020204" pitchFamily="18" charset="0"/>
              </a:rPr>
              <a:t>LORD JESUS,</a:t>
            </a:r>
          </a:p>
          <a:p>
            <a:pPr marL="0" indent="0" algn="just">
              <a:buNone/>
            </a:pPr>
            <a:r>
              <a:rPr lang="en-NG" sz="2800" dirty="0">
                <a:latin typeface="Lucida Fax" panose="02060602050505020204" pitchFamily="18" charset="0"/>
              </a:rPr>
              <a:t>As </a:t>
            </a:r>
            <a:r>
              <a:rPr lang="en-NG" sz="2800" dirty="0" err="1">
                <a:latin typeface="Lucida Fax" panose="02060602050505020204" pitchFamily="18" charset="0"/>
              </a:rPr>
              <a:t>i</a:t>
            </a:r>
            <a:r>
              <a:rPr lang="en-NG" sz="2800" dirty="0">
                <a:latin typeface="Lucida Fax" panose="02060602050505020204" pitchFamily="18" charset="0"/>
              </a:rPr>
              <a:t> begin this seminar, I place myself in Your hands. Open my mind to learn, my heart to receive, and my spirit to grow closer to You.</a:t>
            </a:r>
          </a:p>
          <a:p>
            <a:pPr marL="0" indent="0" algn="just">
              <a:buNone/>
            </a:pPr>
            <a:endParaRPr lang="en-NG" sz="2800" dirty="0">
              <a:latin typeface="Lucida Fax" panose="02060602050505020204" pitchFamily="18" charset="0"/>
            </a:endParaRPr>
          </a:p>
          <a:p>
            <a:pPr marL="0" indent="0" algn="just">
              <a:buNone/>
            </a:pPr>
            <a:r>
              <a:rPr lang="en-US" sz="2800" dirty="0">
                <a:latin typeface="Lucida Fax" panose="02060602050505020204" pitchFamily="18" charset="0"/>
              </a:rPr>
              <a:t>H</a:t>
            </a:r>
            <a:r>
              <a:rPr lang="en-NG" sz="2800" dirty="0">
                <a:latin typeface="Lucida Fax" panose="02060602050505020204" pitchFamily="18" charset="0"/>
              </a:rPr>
              <a:t>elp me listen well, speak kindly, and be respectful to others. </a:t>
            </a:r>
            <a:r>
              <a:rPr lang="en-US" sz="2800" dirty="0">
                <a:latin typeface="Lucida Fax" panose="02060602050505020204" pitchFamily="18" charset="0"/>
              </a:rPr>
              <a:t>M</a:t>
            </a:r>
            <a:r>
              <a:rPr lang="en-NG" sz="2800" dirty="0">
                <a:latin typeface="Lucida Fax" panose="02060602050505020204" pitchFamily="18" charset="0"/>
              </a:rPr>
              <a:t>ay what I learn today help me become the person You created me to be.</a:t>
            </a:r>
          </a:p>
          <a:p>
            <a:pPr marL="0" indent="0" algn="just">
              <a:buNone/>
            </a:pPr>
            <a:endParaRPr lang="en-NG" sz="2800" dirty="0">
              <a:latin typeface="Lucida Fax" panose="02060602050505020204" pitchFamily="18" charset="0"/>
            </a:endParaRPr>
          </a:p>
          <a:p>
            <a:pPr marL="0" indent="0" algn="just">
              <a:buNone/>
            </a:pPr>
            <a:r>
              <a:rPr lang="en-US" sz="2800" dirty="0">
                <a:latin typeface="Lucida Fax" panose="02060602050505020204" pitchFamily="18" charset="0"/>
              </a:rPr>
              <a:t>B</a:t>
            </a:r>
            <a:r>
              <a:rPr lang="en-NG" sz="2800" dirty="0">
                <a:latin typeface="Lucida Fax" panose="02060602050505020204" pitchFamily="18" charset="0"/>
              </a:rPr>
              <a:t>less this time and everyone here. </a:t>
            </a:r>
            <a:r>
              <a:rPr lang="en-US" sz="2800" dirty="0">
                <a:latin typeface="Lucida Fax" panose="02060602050505020204" pitchFamily="18" charset="0"/>
              </a:rPr>
              <a:t>S</a:t>
            </a:r>
            <a:r>
              <a:rPr lang="en-NG" sz="2800" dirty="0">
                <a:latin typeface="Lucida Fax" panose="02060602050505020204" pitchFamily="18" charset="0"/>
              </a:rPr>
              <a:t>tay with me, Lord, and guide me always. Amen.</a:t>
            </a:r>
          </a:p>
        </p:txBody>
      </p:sp>
    </p:spTree>
    <p:extLst>
      <p:ext uri="{BB962C8B-B14F-4D97-AF65-F5344CB8AC3E}">
        <p14:creationId xmlns:p14="http://schemas.microsoft.com/office/powerpoint/2010/main" val="92092850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EEE39-7BD5-35E1-51A8-7E3CC8AEA571}"/>
              </a:ext>
            </a:extLst>
          </p:cNvPr>
          <p:cNvSpPr>
            <a:spLocks noGrp="1"/>
          </p:cNvSpPr>
          <p:nvPr>
            <p:ph type="ctrTitle"/>
          </p:nvPr>
        </p:nvSpPr>
        <p:spPr>
          <a:xfrm>
            <a:off x="1167618" y="699868"/>
            <a:ext cx="9889587" cy="3337560"/>
          </a:xfrm>
        </p:spPr>
        <p:txBody>
          <a:bodyPr>
            <a:normAutofit fontScale="90000"/>
          </a:bodyPr>
          <a:lstStyle/>
          <a:p>
            <a:pPr algn="ctr"/>
            <a:r>
              <a:rPr lang="en-US" b="1" dirty="0">
                <a:solidFill>
                  <a:srgbClr val="FF0000"/>
                </a:solidFill>
                <a:latin typeface="Algerian" panose="04020705040A02060702" pitchFamily="82" charset="0"/>
              </a:rPr>
              <a:t>THEOLOGY OF THE BODY (TOB): A LAYMAN’S GUIDE</a:t>
            </a:r>
            <a:br>
              <a:rPr lang="en-NG" dirty="0">
                <a:solidFill>
                  <a:srgbClr val="FF0000"/>
                </a:solidFill>
                <a:latin typeface="Algerian" panose="04020705040A02060702" pitchFamily="82" charset="0"/>
              </a:rPr>
            </a:br>
            <a:endParaRPr lang="en-NG" dirty="0">
              <a:solidFill>
                <a:srgbClr val="FF0000"/>
              </a:solidFill>
              <a:latin typeface="Algerian" panose="04020705040A02060702" pitchFamily="82" charset="0"/>
            </a:endParaRPr>
          </a:p>
        </p:txBody>
      </p:sp>
      <p:sp>
        <p:nvSpPr>
          <p:cNvPr id="3" name="Subtitle 2">
            <a:extLst>
              <a:ext uri="{FF2B5EF4-FFF2-40B4-BE49-F238E27FC236}">
                <a16:creationId xmlns:a16="http://schemas.microsoft.com/office/drawing/2014/main" id="{CEB60CFD-9574-240A-0675-372397DF96EB}"/>
              </a:ext>
            </a:extLst>
          </p:cNvPr>
          <p:cNvSpPr>
            <a:spLocks noGrp="1"/>
          </p:cNvSpPr>
          <p:nvPr>
            <p:ph type="subTitle" idx="1"/>
          </p:nvPr>
        </p:nvSpPr>
        <p:spPr>
          <a:xfrm>
            <a:off x="1312985" y="4502371"/>
            <a:ext cx="9144000" cy="1655762"/>
          </a:xfrm>
        </p:spPr>
        <p:txBody>
          <a:bodyPr/>
          <a:lstStyle/>
          <a:p>
            <a:pPr algn="ctr"/>
            <a:r>
              <a:rPr lang="en-US" b="1" dirty="0">
                <a:latin typeface="Times New Roman" panose="02020603050405020304" pitchFamily="18" charset="0"/>
                <a:cs typeface="Times New Roman" panose="02020603050405020304" pitchFamily="18" charset="0"/>
              </a:rPr>
              <a:t>P</a:t>
            </a:r>
            <a:r>
              <a:rPr lang="en-NG" b="1" dirty="0">
                <a:latin typeface="Times New Roman" panose="02020603050405020304" pitchFamily="18" charset="0"/>
                <a:cs typeface="Times New Roman" panose="02020603050405020304" pitchFamily="18" charset="0"/>
              </a:rPr>
              <a:t>resented by </a:t>
            </a:r>
          </a:p>
          <a:p>
            <a:pPr algn="ctr"/>
            <a:r>
              <a:rPr lang="en-US" b="1" dirty="0">
                <a:latin typeface="Times New Roman" panose="02020603050405020304" pitchFamily="18" charset="0"/>
                <a:cs typeface="Times New Roman" panose="02020603050405020304" pitchFamily="18" charset="0"/>
              </a:rPr>
              <a:t>B</a:t>
            </a:r>
            <a:r>
              <a:rPr lang="en-NG" b="1" dirty="0">
                <a:latin typeface="Times New Roman" panose="02020603050405020304" pitchFamily="18" charset="0"/>
                <a:cs typeface="Times New Roman" panose="02020603050405020304" pitchFamily="18" charset="0"/>
              </a:rPr>
              <a:t>ro. Cosmas Okoli</a:t>
            </a:r>
          </a:p>
        </p:txBody>
      </p:sp>
    </p:spTree>
    <p:extLst>
      <p:ext uri="{BB962C8B-B14F-4D97-AF65-F5344CB8AC3E}">
        <p14:creationId xmlns:p14="http://schemas.microsoft.com/office/powerpoint/2010/main" val="1619827253"/>
      </p:ext>
    </p:extLst>
  </p:cSld>
  <p:clrMapOvr>
    <a:masterClrMapping/>
  </p:clrMapOvr>
  <mc:AlternateContent xmlns:mc="http://schemas.openxmlformats.org/markup-compatibility/2006" xmlns:p14="http://schemas.microsoft.com/office/powerpoint/2010/main">
    <mc:Choice Requires="p14">
      <p:transition spd="slow">
        <p14:flash/>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C3C206-0276-8D89-96AD-52C64C73CBB2}"/>
              </a:ext>
            </a:extLst>
          </p:cNvPr>
          <p:cNvSpPr>
            <a:spLocks noGrp="1"/>
          </p:cNvSpPr>
          <p:nvPr>
            <p:ph idx="1"/>
          </p:nvPr>
        </p:nvSpPr>
        <p:spPr>
          <a:xfrm>
            <a:off x="1" y="0"/>
            <a:ext cx="12070080" cy="6858000"/>
          </a:xfrm>
        </p:spPr>
        <p:txBody>
          <a:bodyPr>
            <a:normAutofit lnSpcReduction="10000"/>
          </a:bodyPr>
          <a:lstStyle/>
          <a:p>
            <a:pPr marL="0" indent="0" algn="ctr">
              <a:buNone/>
            </a:pPr>
            <a:endParaRPr lang="en-NG" sz="1400" b="1" dirty="0">
              <a:latin typeface="Times New Roman" panose="02020603050405020304" pitchFamily="18" charset="0"/>
              <a:cs typeface="Times New Roman" panose="02020603050405020304" pitchFamily="18" charset="0"/>
            </a:endParaRPr>
          </a:p>
          <a:p>
            <a:pPr marL="0" indent="0" algn="ctr">
              <a:buNone/>
            </a:pPr>
            <a:r>
              <a:rPr lang="en-US" sz="3600" b="1" dirty="0">
                <a:latin typeface="Times New Roman" panose="02020603050405020304" pitchFamily="18" charset="0"/>
                <a:cs typeface="Times New Roman" panose="02020603050405020304" pitchFamily="18" charset="0"/>
              </a:rPr>
              <a:t>TABLE OF CONTENT</a:t>
            </a:r>
          </a:p>
          <a:p>
            <a:pPr marL="0" indent="0" algn="just">
              <a:buNone/>
            </a:pPr>
            <a:r>
              <a:rPr lang="en-US" sz="2800" b="1" dirty="0">
                <a:latin typeface="Times New Roman" panose="02020603050405020304" pitchFamily="18" charset="0"/>
                <a:cs typeface="Times New Roman" panose="02020603050405020304" pitchFamily="18" charset="0"/>
              </a:rPr>
              <a:t>Part 1 – You Are Not an Accident (10 minutes)</a:t>
            </a:r>
          </a:p>
          <a:p>
            <a:pPr marL="0" indent="0" algn="just">
              <a:buNone/>
            </a:pPr>
            <a:r>
              <a:rPr lang="en-US" sz="2800" b="1" dirty="0">
                <a:latin typeface="Times New Roman" panose="02020603050405020304" pitchFamily="18" charset="0"/>
                <a:cs typeface="Times New Roman" panose="02020603050405020304" pitchFamily="18" charset="0"/>
              </a:rPr>
              <a:t>Part 2 – The Body Speaks a Language (10 minutes)</a:t>
            </a:r>
          </a:p>
          <a:p>
            <a:pPr marL="0" indent="0" algn="just">
              <a:buNone/>
            </a:pPr>
            <a:r>
              <a:rPr lang="en-US" sz="2800" b="1" dirty="0">
                <a:latin typeface="Times New Roman" panose="02020603050405020304" pitchFamily="18" charset="0"/>
                <a:cs typeface="Times New Roman" panose="02020603050405020304" pitchFamily="18" charset="0"/>
              </a:rPr>
              <a:t>Part 3 – Male and Female Reflect God’s Image (10 minutes)</a:t>
            </a:r>
          </a:p>
          <a:p>
            <a:pPr marL="0" indent="0" algn="just">
              <a:buNone/>
            </a:pPr>
            <a:r>
              <a:rPr lang="en-US" sz="2800" b="1" dirty="0">
                <a:latin typeface="Times New Roman" panose="02020603050405020304" pitchFamily="18" charset="0"/>
                <a:cs typeface="Times New Roman" panose="02020603050405020304" pitchFamily="18" charset="0"/>
              </a:rPr>
              <a:t>Part 4 – Love Means Giving Yourself (10 minutes)</a:t>
            </a:r>
          </a:p>
          <a:p>
            <a:pPr marL="0" indent="0" algn="just">
              <a:buNone/>
            </a:pPr>
            <a:r>
              <a:rPr lang="en-US" sz="2800" b="1" dirty="0">
                <a:latin typeface="Times New Roman" panose="02020603050405020304" pitchFamily="18" charset="0"/>
                <a:cs typeface="Times New Roman" panose="02020603050405020304" pitchFamily="18" charset="0"/>
              </a:rPr>
              <a:t>Part 5 – Sex is Holy, Meant for Marriage (10 minutes)</a:t>
            </a:r>
          </a:p>
          <a:p>
            <a:pPr marL="0" indent="0" algn="just">
              <a:buNone/>
            </a:pPr>
            <a:r>
              <a:rPr lang="en-US" sz="2800" b="1" dirty="0">
                <a:latin typeface="Times New Roman" panose="02020603050405020304" pitchFamily="18" charset="0"/>
                <a:cs typeface="Times New Roman" panose="02020603050405020304" pitchFamily="18" charset="0"/>
              </a:rPr>
              <a:t>Part 6 – Purity is Possible Even After Mistakes (10 minutes)</a:t>
            </a:r>
          </a:p>
          <a:p>
            <a:pPr marL="0" indent="0" algn="just">
              <a:buNone/>
            </a:pPr>
            <a:r>
              <a:rPr lang="en-US" sz="2800" b="1" dirty="0">
                <a:latin typeface="Times New Roman" panose="02020603050405020304" pitchFamily="18" charset="0"/>
                <a:cs typeface="Times New Roman" panose="02020603050405020304" pitchFamily="18" charset="0"/>
              </a:rPr>
              <a:t>Part 7 – Culture and Theology of the Body (10 minutes)</a:t>
            </a:r>
          </a:p>
          <a:p>
            <a:pPr marL="0" indent="0" algn="just">
              <a:buNone/>
            </a:pPr>
            <a:r>
              <a:rPr lang="en-US" sz="2800" b="1" dirty="0">
                <a:latin typeface="Times New Roman" panose="02020603050405020304" pitchFamily="18" charset="0"/>
                <a:cs typeface="Times New Roman" panose="02020603050405020304" pitchFamily="18" charset="0"/>
              </a:rPr>
              <a:t>Practical Advice (5 minutes)</a:t>
            </a:r>
          </a:p>
          <a:p>
            <a:pPr marL="0" indent="0" algn="just">
              <a:buNone/>
            </a:pPr>
            <a:r>
              <a:rPr lang="en-US" sz="2800" b="1" dirty="0">
                <a:latin typeface="Times New Roman" panose="02020603050405020304" pitchFamily="18" charset="0"/>
                <a:cs typeface="Times New Roman" panose="02020603050405020304" pitchFamily="18" charset="0"/>
              </a:rPr>
              <a:t>Why Theology of the Body Matters for Youths in Gusaweta</a:t>
            </a:r>
          </a:p>
          <a:p>
            <a:pPr marL="0" indent="0" algn="just">
              <a:buNone/>
            </a:pPr>
            <a:r>
              <a:rPr lang="en-US" sz="2800" b="1" dirty="0">
                <a:latin typeface="Times New Roman" panose="02020603050405020304" pitchFamily="18" charset="0"/>
                <a:cs typeface="Times New Roman" panose="02020603050405020304" pitchFamily="18" charset="0"/>
              </a:rPr>
              <a:t>Closing Encouragement (3 minutes)</a:t>
            </a:r>
          </a:p>
          <a:p>
            <a:pPr marL="0" indent="0" algn="just">
              <a:buNone/>
            </a:pPr>
            <a:r>
              <a:rPr lang="en-US" sz="2800" b="1" dirty="0">
                <a:latin typeface="Times New Roman" panose="02020603050405020304" pitchFamily="18" charset="0"/>
                <a:cs typeface="Times New Roman" panose="02020603050405020304" pitchFamily="18" charset="0"/>
              </a:rPr>
              <a:t>Closing Prayer (2 minutes)</a:t>
            </a:r>
          </a:p>
          <a:p>
            <a:pPr marL="0" indent="0">
              <a:buNone/>
            </a:pPr>
            <a:endParaRPr lang="en-NG" sz="1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43223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wipe(down)">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wipe(down)">
                                      <p:cBhvr>
                                        <p:cTn id="18" dur="500"/>
                                        <p:tgtEl>
                                          <p:spTgt spid="3">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wipe(down)">
                                      <p:cBhvr>
                                        <p:cTn id="23" dur="500"/>
                                        <p:tgtEl>
                                          <p:spTgt spid="3">
                                            <p:txEl>
                                              <p:pRg st="4" end="4"/>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wipe(down)">
                                      <p:cBhvr>
                                        <p:cTn id="28" dur="500"/>
                                        <p:tgtEl>
                                          <p:spTgt spid="3">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3">
                                            <p:txEl>
                                              <p:pRg st="6" end="6"/>
                                            </p:txEl>
                                          </p:spTgt>
                                        </p:tgtEl>
                                        <p:attrNameLst>
                                          <p:attrName>style.visibility</p:attrName>
                                        </p:attrNameLst>
                                      </p:cBhvr>
                                      <p:to>
                                        <p:strVal val="visible"/>
                                      </p:to>
                                    </p:set>
                                    <p:animEffect transition="in" filter="wipe(down)">
                                      <p:cBhvr>
                                        <p:cTn id="33" dur="500"/>
                                        <p:tgtEl>
                                          <p:spTgt spid="3">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4" fill="hold" nodeType="clickEffect">
                                  <p:stCondLst>
                                    <p:cond delay="0"/>
                                  </p:stCondLst>
                                  <p:childTnLst>
                                    <p:set>
                                      <p:cBhvr>
                                        <p:cTn id="37" dur="1" fill="hold">
                                          <p:stCondLst>
                                            <p:cond delay="0"/>
                                          </p:stCondLst>
                                        </p:cTn>
                                        <p:tgtEl>
                                          <p:spTgt spid="3">
                                            <p:txEl>
                                              <p:pRg st="7" end="7"/>
                                            </p:txEl>
                                          </p:spTgt>
                                        </p:tgtEl>
                                        <p:attrNameLst>
                                          <p:attrName>style.visibility</p:attrName>
                                        </p:attrNameLst>
                                      </p:cBhvr>
                                      <p:to>
                                        <p:strVal val="visible"/>
                                      </p:to>
                                    </p:set>
                                    <p:animEffect transition="in" filter="wipe(down)">
                                      <p:cBhvr>
                                        <p:cTn id="38" dur="500"/>
                                        <p:tgtEl>
                                          <p:spTgt spid="3">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4" fill="hold"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Effect transition="in" filter="wipe(down)">
                                      <p:cBhvr>
                                        <p:cTn id="43" dur="500"/>
                                        <p:tgtEl>
                                          <p:spTgt spid="3">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nodeType="click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Effect transition="in" filter="wipe(down)">
                                      <p:cBhvr>
                                        <p:cTn id="48" dur="500"/>
                                        <p:tgtEl>
                                          <p:spTgt spid="3">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4" fill="hold" nodeType="clickEffect">
                                  <p:stCondLst>
                                    <p:cond delay="0"/>
                                  </p:stCondLst>
                                  <p:childTnLst>
                                    <p:set>
                                      <p:cBhvr>
                                        <p:cTn id="52" dur="1" fill="hold">
                                          <p:stCondLst>
                                            <p:cond delay="0"/>
                                          </p:stCondLst>
                                        </p:cTn>
                                        <p:tgtEl>
                                          <p:spTgt spid="3">
                                            <p:txEl>
                                              <p:pRg st="10" end="10"/>
                                            </p:txEl>
                                          </p:spTgt>
                                        </p:tgtEl>
                                        <p:attrNameLst>
                                          <p:attrName>style.visibility</p:attrName>
                                        </p:attrNameLst>
                                      </p:cBhvr>
                                      <p:to>
                                        <p:strVal val="visible"/>
                                      </p:to>
                                    </p:set>
                                    <p:animEffect transition="in" filter="wipe(down)">
                                      <p:cBhvr>
                                        <p:cTn id="53" dur="500"/>
                                        <p:tgtEl>
                                          <p:spTgt spid="3">
                                            <p:txEl>
                                              <p:pRg st="10" end="1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3">
                                            <p:txEl>
                                              <p:pRg st="11" end="11"/>
                                            </p:txEl>
                                          </p:spTgt>
                                        </p:tgtEl>
                                        <p:attrNameLst>
                                          <p:attrName>style.visibility</p:attrName>
                                        </p:attrNameLst>
                                      </p:cBhvr>
                                      <p:to>
                                        <p:strVal val="visible"/>
                                      </p:to>
                                    </p:set>
                                    <p:animEffect transition="in" filter="wipe(down)">
                                      <p:cBhvr>
                                        <p:cTn id="58" dur="500"/>
                                        <p:tgtEl>
                                          <p:spTgt spid="3">
                                            <p:txEl>
                                              <p:pRg st="11" end="11"/>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4" fill="hold" nodeType="clickEffect">
                                  <p:stCondLst>
                                    <p:cond delay="0"/>
                                  </p:stCondLst>
                                  <p:childTnLst>
                                    <p:set>
                                      <p:cBhvr>
                                        <p:cTn id="62" dur="1" fill="hold">
                                          <p:stCondLst>
                                            <p:cond delay="0"/>
                                          </p:stCondLst>
                                        </p:cTn>
                                        <p:tgtEl>
                                          <p:spTgt spid="3">
                                            <p:txEl>
                                              <p:pRg st="12" end="12"/>
                                            </p:txEl>
                                          </p:spTgt>
                                        </p:tgtEl>
                                        <p:attrNameLst>
                                          <p:attrName>style.visibility</p:attrName>
                                        </p:attrNameLst>
                                      </p:cBhvr>
                                      <p:to>
                                        <p:strVal val="visible"/>
                                      </p:to>
                                    </p:set>
                                    <p:animEffect transition="in" filter="wipe(down)">
                                      <p:cBhvr>
                                        <p:cTn id="63"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03E1933-3BD9-666E-A507-82A6D039AC8F}"/>
              </a:ext>
            </a:extLst>
          </p:cNvPr>
          <p:cNvSpPr>
            <a:spLocks noGrp="1"/>
          </p:cNvSpPr>
          <p:nvPr>
            <p:ph idx="1"/>
          </p:nvPr>
        </p:nvSpPr>
        <p:spPr>
          <a:xfrm>
            <a:off x="0" y="0"/>
            <a:ext cx="12192000" cy="6858000"/>
          </a:xfrm>
        </p:spPr>
        <p:txBody>
          <a:bodyPr/>
          <a:lstStyle/>
          <a:p>
            <a:pPr marL="0" indent="0" algn="ctr">
              <a:lnSpc>
                <a:spcPct val="100000"/>
              </a:lnSpc>
              <a:buNone/>
            </a:pPr>
            <a:r>
              <a:rPr lang="en-US" sz="3200" b="1" dirty="0">
                <a:latin typeface="Times New Roman" panose="02020603050405020304" pitchFamily="18" charset="0"/>
                <a:cs typeface="Times New Roman" panose="02020603050405020304" pitchFamily="18" charset="0"/>
              </a:rPr>
              <a:t>What is Theology of the Body?</a:t>
            </a:r>
          </a:p>
          <a:p>
            <a:pPr marL="0" indent="0" algn="just">
              <a:lnSpc>
                <a:spcPct val="100000"/>
              </a:lnSpc>
              <a:buNone/>
            </a:pPr>
            <a:r>
              <a:rPr lang="en-US" dirty="0">
                <a:latin typeface="Times New Roman" panose="02020603050405020304" pitchFamily="18" charset="0"/>
                <a:cs typeface="Times New Roman" panose="02020603050405020304" pitchFamily="18" charset="0"/>
              </a:rPr>
              <a:t>Theology of the Body (TOB) is a teaching given by Pope St. John Paul II in a series of 129 short talks between 1979 and 1984. It’s about one thing: What does it mean to be human—body, soul, male, female, sexual, spiritual—and how do we live that out in love, truth, and holiness?</a:t>
            </a:r>
          </a:p>
          <a:p>
            <a:pPr marL="0" indent="0" algn="just">
              <a:lnSpc>
                <a:spcPct val="100000"/>
              </a:lnSpc>
              <a:buNone/>
            </a:pPr>
            <a:r>
              <a:rPr lang="en-US" dirty="0">
                <a:latin typeface="Times New Roman" panose="02020603050405020304" pitchFamily="18" charset="0"/>
                <a:cs typeface="Times New Roman" panose="02020603050405020304" pitchFamily="18" charset="0"/>
              </a:rPr>
              <a:t>In simple terms: Why did God give me a body? Why am I male or female? What does my body tell me about love, marriage, sex, and heaven?</a:t>
            </a:r>
          </a:p>
          <a:p>
            <a:pPr marL="0" indent="0" algn="just">
              <a:lnSpc>
                <a:spcPct val="100000"/>
              </a:lnSpc>
              <a:buNone/>
            </a:pPr>
            <a:endParaRPr lang="en-US" sz="100" dirty="0">
              <a:latin typeface="Times New Roman" panose="02020603050405020304" pitchFamily="18" charset="0"/>
              <a:cs typeface="Times New Roman" panose="02020603050405020304" pitchFamily="18" charset="0"/>
            </a:endParaRPr>
          </a:p>
          <a:p>
            <a:pPr marL="0" indent="0" algn="just">
              <a:lnSpc>
                <a:spcPct val="100000"/>
              </a:lnSpc>
              <a:buNone/>
            </a:pPr>
            <a:r>
              <a:rPr lang="en-US" dirty="0">
                <a:latin typeface="Times New Roman" panose="02020603050405020304" pitchFamily="18" charset="0"/>
                <a:cs typeface="Times New Roman" panose="02020603050405020304" pitchFamily="18" charset="0"/>
              </a:rPr>
              <a:t>TOB helps us understand:</a:t>
            </a:r>
          </a:p>
          <a:p>
            <a:pPr marL="0" indent="0" algn="just">
              <a:lnSpc>
                <a:spcPct val="100000"/>
              </a:lnSpc>
              <a:buNone/>
            </a:pPr>
            <a:r>
              <a:rPr lang="en-US" dirty="0">
                <a:latin typeface="Times New Roman" panose="02020603050405020304" pitchFamily="18" charset="0"/>
                <a:cs typeface="Times New Roman" panose="02020603050405020304" pitchFamily="18" charset="0"/>
              </a:rPr>
              <a:t>•	Our identity (who we are)</a:t>
            </a:r>
          </a:p>
          <a:p>
            <a:pPr marL="0" indent="0" algn="just">
              <a:lnSpc>
                <a:spcPct val="100000"/>
              </a:lnSpc>
              <a:buNone/>
            </a:pPr>
            <a:r>
              <a:rPr lang="en-US" dirty="0">
                <a:latin typeface="Times New Roman" panose="02020603050405020304" pitchFamily="18" charset="0"/>
                <a:cs typeface="Times New Roman" panose="02020603050405020304" pitchFamily="18" charset="0"/>
              </a:rPr>
              <a:t>•	Our dignity (how valuable we are)</a:t>
            </a:r>
          </a:p>
          <a:p>
            <a:pPr marL="0" indent="0" algn="just">
              <a:lnSpc>
                <a:spcPct val="100000"/>
              </a:lnSpc>
              <a:buNone/>
            </a:pPr>
            <a:r>
              <a:rPr lang="en-US" dirty="0">
                <a:latin typeface="Times New Roman" panose="02020603050405020304" pitchFamily="18" charset="0"/>
                <a:cs typeface="Times New Roman" panose="02020603050405020304" pitchFamily="18" charset="0"/>
              </a:rPr>
              <a:t>•	Our calling (what we are made for)</a:t>
            </a:r>
          </a:p>
          <a:p>
            <a:pPr marL="0" indent="0" algn="just">
              <a:lnSpc>
                <a:spcPct val="100000"/>
              </a:lnSpc>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55742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 calcmode="lin" valueType="num">
                                      <p:cBhvr additive="base">
                                        <p:cTn id="25"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1" end="1"/>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2" end="2"/>
                                            </p:txEl>
                                          </p:spTgt>
                                        </p:tgtEl>
                                        <p:attrNameLst>
                                          <p:attrName>style.visibility</p:attrName>
                                        </p:attrNameLst>
                                      </p:cBhvr>
                                      <p:to>
                                        <p:strVal val="visible"/>
                                      </p:to>
                                    </p:set>
                                    <p:anim calcmode="lin" valueType="num">
                                      <p:cBhvr additive="base">
                                        <p:cTn id="2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16" presetClass="entr" presetSubtype="21"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barn(inVertical)">
                                      <p:cBhvr>
                                        <p:cTn id="35" dur="500"/>
                                        <p:tgtEl>
                                          <p:spTgt spid="3">
                                            <p:txEl>
                                              <p:pRg st="4" end="4"/>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nodeType="click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wipe(down)">
                                      <p:cBhvr>
                                        <p:cTn id="40" dur="500"/>
                                        <p:tgtEl>
                                          <p:spTgt spid="3">
                                            <p:txEl>
                                              <p:pRg st="5" end="5"/>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wipe(down)">
                                      <p:cBhvr>
                                        <p:cTn id="43" dur="500"/>
                                        <p:tgtEl>
                                          <p:spTgt spid="3">
                                            <p:txEl>
                                              <p:pRg st="6" end="6"/>
                                            </p:txEl>
                                          </p:spTgt>
                                        </p:tgtEl>
                                      </p:cBhvr>
                                    </p:animEffect>
                                  </p:childTnLst>
                                </p:cTn>
                              </p:par>
                              <p:par>
                                <p:cTn id="44" presetID="22" presetClass="entr" presetSubtype="4" fill="hold" nodeType="withEffect">
                                  <p:stCondLst>
                                    <p:cond delay="0"/>
                                  </p:stCondLst>
                                  <p:childTnLst>
                                    <p:set>
                                      <p:cBhvr>
                                        <p:cTn id="45" dur="1" fill="hold">
                                          <p:stCondLst>
                                            <p:cond delay="0"/>
                                          </p:stCondLst>
                                        </p:cTn>
                                        <p:tgtEl>
                                          <p:spTgt spid="3">
                                            <p:txEl>
                                              <p:pRg st="7" end="7"/>
                                            </p:txEl>
                                          </p:spTgt>
                                        </p:tgtEl>
                                        <p:attrNameLst>
                                          <p:attrName>style.visibility</p:attrName>
                                        </p:attrNameLst>
                                      </p:cBhvr>
                                      <p:to>
                                        <p:strVal val="visible"/>
                                      </p:to>
                                    </p:set>
                                    <p:animEffect transition="in" filter="wipe(down)">
                                      <p:cBhvr>
                                        <p:cTn id="46"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1AF8D9-15B2-238A-134A-172BAF4DB90E}"/>
              </a:ext>
            </a:extLst>
          </p:cNvPr>
          <p:cNvSpPr>
            <a:spLocks noGrp="1"/>
          </p:cNvSpPr>
          <p:nvPr>
            <p:ph idx="1"/>
          </p:nvPr>
        </p:nvSpPr>
        <p:spPr>
          <a:xfrm>
            <a:off x="0" y="0"/>
            <a:ext cx="12192000" cy="6858000"/>
          </a:xfrm>
        </p:spPr>
        <p:txBody>
          <a:bodyPr>
            <a:normAutofit lnSpcReduction="10000"/>
          </a:bodyPr>
          <a:lstStyle/>
          <a:p>
            <a:pPr marL="0" indent="0" algn="just">
              <a:buNone/>
            </a:pPr>
            <a:r>
              <a:rPr lang="en-US" sz="4000" b="1" dirty="0">
                <a:latin typeface="Times New Roman" panose="02020603050405020304" pitchFamily="18" charset="0"/>
                <a:cs typeface="Times New Roman" panose="02020603050405020304" pitchFamily="18" charset="0"/>
              </a:rPr>
              <a:t> Part 1 – You Are Not an Accident </a:t>
            </a:r>
          </a:p>
          <a:p>
            <a:pPr marL="0" indent="0" algn="just">
              <a:buNone/>
            </a:pPr>
            <a:r>
              <a:rPr lang="en-US" sz="4000" b="1" dirty="0">
                <a:latin typeface="Times New Roman" panose="02020603050405020304" pitchFamily="18" charset="0"/>
                <a:cs typeface="Times New Roman" panose="02020603050405020304" pitchFamily="18" charset="0"/>
              </a:rPr>
              <a:t>We Are Created in God’s Image – Genesis 1:26-27</a:t>
            </a:r>
            <a:endParaRPr lang="en-NG" sz="4000" b="1" dirty="0">
              <a:latin typeface="Times New Roman" panose="02020603050405020304" pitchFamily="18" charset="0"/>
              <a:cs typeface="Times New Roman" panose="02020603050405020304" pitchFamily="18" charset="0"/>
            </a:endParaRPr>
          </a:p>
          <a:p>
            <a:pPr marL="0" indent="0" algn="just">
              <a:buNone/>
            </a:pPr>
            <a:endParaRPr lang="en-NG" sz="1400" b="1" dirty="0">
              <a:latin typeface="Times New Roman" panose="02020603050405020304" pitchFamily="18" charset="0"/>
              <a:cs typeface="Times New Roman" panose="02020603050405020304" pitchFamily="18" charset="0"/>
            </a:endParaRPr>
          </a:p>
          <a:p>
            <a:pPr marL="0" indent="0" algn="just">
              <a:buNone/>
            </a:pPr>
            <a:r>
              <a:rPr lang="en-US" sz="3600" b="1" i="1" dirty="0">
                <a:latin typeface="Times New Roman" panose="02020603050405020304" pitchFamily="18" charset="0"/>
                <a:cs typeface="Times New Roman" panose="02020603050405020304" pitchFamily="18" charset="0"/>
              </a:rPr>
              <a:t>“Let us make man in our image... male and female he created them.”</a:t>
            </a:r>
          </a:p>
          <a:p>
            <a:pPr marL="0" indent="0" algn="just">
              <a:buNone/>
            </a:pPr>
            <a:r>
              <a:rPr lang="en-US" sz="3600" dirty="0">
                <a:latin typeface="Times New Roman" panose="02020603050405020304" pitchFamily="18" charset="0"/>
                <a:cs typeface="Times New Roman" panose="02020603050405020304" pitchFamily="18" charset="0"/>
              </a:rPr>
              <a:t>This means:</a:t>
            </a:r>
          </a:p>
          <a:p>
            <a:pPr marL="0" indent="0" algn="just">
              <a:buNone/>
            </a:pPr>
            <a:r>
              <a:rPr lang="en-US" sz="3600" dirty="0">
                <a:latin typeface="Times New Roman" panose="02020603050405020304" pitchFamily="18" charset="0"/>
                <a:cs typeface="Times New Roman" panose="02020603050405020304" pitchFamily="18" charset="0"/>
              </a:rPr>
              <a:t>•Our bodies reflect God’s image.</a:t>
            </a:r>
          </a:p>
          <a:p>
            <a:pPr marL="0" indent="0" algn="just">
              <a:buNone/>
            </a:pPr>
            <a:r>
              <a:rPr lang="en-US" sz="3600" dirty="0">
                <a:latin typeface="Times New Roman" panose="02020603050405020304" pitchFamily="18" charset="0"/>
                <a:cs typeface="Times New Roman" panose="02020603050405020304" pitchFamily="18" charset="0"/>
              </a:rPr>
              <a:t>•Being male or female is not an accident or a mistake. It is a gift.</a:t>
            </a:r>
          </a:p>
          <a:p>
            <a:pPr marL="0" indent="0" algn="just">
              <a:buNone/>
            </a:pPr>
            <a:r>
              <a:rPr lang="en-US" sz="3600" dirty="0">
                <a:latin typeface="Times New Roman" panose="02020603050405020304" pitchFamily="18" charset="0"/>
                <a:cs typeface="Times New Roman" panose="02020603050405020304" pitchFamily="18" charset="0"/>
              </a:rPr>
              <a:t>•Our physical body reveals spiritual truths.</a:t>
            </a:r>
            <a:endParaRPr lang="en-NG" sz="3600" dirty="0">
              <a:latin typeface="Times New Roman" panose="02020603050405020304" pitchFamily="18" charset="0"/>
              <a:cs typeface="Times New Roman" panose="02020603050405020304" pitchFamily="18" charset="0"/>
            </a:endParaRPr>
          </a:p>
          <a:p>
            <a:pPr marL="0" indent="0" algn="just">
              <a:buNone/>
            </a:pPr>
            <a:endParaRPr lang="en-US" sz="3600" dirty="0">
              <a:latin typeface="Times New Roman" panose="02020603050405020304" pitchFamily="18" charset="0"/>
              <a:cs typeface="Times New Roman" panose="02020603050405020304" pitchFamily="18" charset="0"/>
            </a:endParaRPr>
          </a:p>
          <a:p>
            <a:pPr marL="0" indent="0" algn="just">
              <a:buNone/>
            </a:pPr>
            <a:r>
              <a:rPr lang="en-US" sz="3600" dirty="0">
                <a:latin typeface="Times New Roman" panose="02020603050405020304" pitchFamily="18" charset="0"/>
                <a:cs typeface="Times New Roman" panose="02020603050405020304" pitchFamily="18" charset="0"/>
              </a:rPr>
              <a:t>Your body is not a shell or machine—it’s you.</a:t>
            </a:r>
          </a:p>
          <a:p>
            <a:pPr marL="0" indent="0" algn="just">
              <a:buNone/>
            </a:pPr>
            <a:endParaRPr lang="en-NG"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2261486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p:cTn id="7"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3">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 calcmode="lin" valueType="num">
                                      <p:cBhvr>
                                        <p:cTn id="14"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5"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31" presetClass="entr" presetSubtype="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p:cTn id="21" dur="10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2" dur="1000" fill="hold"/>
                                        <p:tgtEl>
                                          <p:spTgt spid="3">
                                            <p:txEl>
                                              <p:pRg st="3" end="3"/>
                                            </p:txEl>
                                          </p:spTgt>
                                        </p:tgtEl>
                                        <p:attrNameLst>
                                          <p:attrName>ppt_h</p:attrName>
                                        </p:attrNameLst>
                                      </p:cBhvr>
                                      <p:tavLst>
                                        <p:tav tm="0">
                                          <p:val>
                                            <p:fltVal val="0"/>
                                          </p:val>
                                        </p:tav>
                                        <p:tav tm="100000">
                                          <p:val>
                                            <p:strVal val="#ppt_h"/>
                                          </p:val>
                                        </p:tav>
                                      </p:tavLst>
                                    </p:anim>
                                    <p:anim calcmode="lin" valueType="num">
                                      <p:cBhvr>
                                        <p:cTn id="23" dur="1000" fill="hold"/>
                                        <p:tgtEl>
                                          <p:spTgt spid="3">
                                            <p:txEl>
                                              <p:pRg st="3" end="3"/>
                                            </p:txEl>
                                          </p:spTgt>
                                        </p:tgtEl>
                                        <p:attrNameLst>
                                          <p:attrName>style.rotation</p:attrName>
                                        </p:attrNameLst>
                                      </p:cBhvr>
                                      <p:tavLst>
                                        <p:tav tm="0">
                                          <p:val>
                                            <p:fltVal val="90"/>
                                          </p:val>
                                        </p:tav>
                                        <p:tav tm="100000">
                                          <p:val>
                                            <p:fltVal val="0"/>
                                          </p:val>
                                        </p:tav>
                                      </p:tavLst>
                                    </p:anim>
                                    <p:animEffect transition="in" filter="fade">
                                      <p:cBhvr>
                                        <p:cTn id="24" dur="1000"/>
                                        <p:tgtEl>
                                          <p:spTgt spid="3">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0" presetClass="entr" presetSubtype="0" decel="100000"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p:cTn id="29" dur="1000" fill="hold"/>
                                        <p:tgtEl>
                                          <p:spTgt spid="3">
                                            <p:txEl>
                                              <p:pRg st="4" end="4"/>
                                            </p:txEl>
                                          </p:spTgt>
                                        </p:tgtEl>
                                        <p:attrNameLst>
                                          <p:attrName>ppt_w</p:attrName>
                                        </p:attrNameLst>
                                      </p:cBhvr>
                                      <p:tavLst>
                                        <p:tav tm="0">
                                          <p:val>
                                            <p:strVal val="#ppt_w+.3"/>
                                          </p:val>
                                        </p:tav>
                                        <p:tav tm="100000">
                                          <p:val>
                                            <p:strVal val="#ppt_w"/>
                                          </p:val>
                                        </p:tav>
                                      </p:tavLst>
                                    </p:anim>
                                    <p:anim calcmode="lin" valueType="num">
                                      <p:cBhvr>
                                        <p:cTn id="30" dur="1000" fill="hold"/>
                                        <p:tgtEl>
                                          <p:spTgt spid="3">
                                            <p:txEl>
                                              <p:pRg st="4" end="4"/>
                                            </p:txEl>
                                          </p:spTgt>
                                        </p:tgtEl>
                                        <p:attrNameLst>
                                          <p:attrName>ppt_h</p:attrName>
                                        </p:attrNameLst>
                                      </p:cBhvr>
                                      <p:tavLst>
                                        <p:tav tm="0">
                                          <p:val>
                                            <p:strVal val="#ppt_h"/>
                                          </p:val>
                                        </p:tav>
                                        <p:tav tm="100000">
                                          <p:val>
                                            <p:strVal val="#ppt_h"/>
                                          </p:val>
                                        </p:tav>
                                      </p:tavLst>
                                    </p:anim>
                                    <p:animEffect transition="in" filter="fade">
                                      <p:cBhvr>
                                        <p:cTn id="31" dur="10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14" presetClass="entr" presetSubtype="1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randombar(horizontal)">
                                      <p:cBhvr>
                                        <p:cTn id="36" dur="500"/>
                                        <p:tgtEl>
                                          <p:spTgt spid="3">
                                            <p:txEl>
                                              <p:pRg st="5" end="5"/>
                                            </p:txEl>
                                          </p:spTgt>
                                        </p:tgtEl>
                                      </p:cBhvr>
                                    </p:animEffect>
                                  </p:childTnLst>
                                </p:cTn>
                              </p:par>
                              <p:par>
                                <p:cTn id="37" presetID="14" presetClass="entr" presetSubtype="10" fill="hold" nodeType="with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Effect transition="in" filter="randombar(horizontal)">
                                      <p:cBhvr>
                                        <p:cTn id="39" dur="500"/>
                                        <p:tgtEl>
                                          <p:spTgt spid="3">
                                            <p:txEl>
                                              <p:pRg st="6" end="6"/>
                                            </p:txEl>
                                          </p:spTgt>
                                        </p:tgtEl>
                                      </p:cBhvr>
                                    </p:animEffect>
                                  </p:childTnLst>
                                </p:cTn>
                              </p:par>
                              <p:par>
                                <p:cTn id="40" presetID="14" presetClass="entr" presetSubtype="10" fill="hold" nodeType="with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randombar(horizontal)">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7" presetClass="entr" presetSubtype="10" fill="hold"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 calcmode="lin" valueType="num">
                                      <p:cBhvr>
                                        <p:cTn id="47"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48" dur="500" fill="hold"/>
                                        <p:tgtEl>
                                          <p:spTgt spid="3">
                                            <p:txEl>
                                              <p:pRg st="9" end="9"/>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A3245-FBA9-86C0-6746-35CF5ADD043F}"/>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Part 2 - The Body Speaks a Language</a:t>
            </a:r>
            <a:endParaRPr lang="en-NG"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3A471DE1-35E9-82CA-6D87-67126DAF3E5A}"/>
              </a:ext>
            </a:extLst>
          </p:cNvPr>
          <p:cNvSpPr>
            <a:spLocks noGrp="1"/>
          </p:cNvSpPr>
          <p:nvPr>
            <p:ph idx="1"/>
          </p:nvPr>
        </p:nvSpPr>
        <p:spPr>
          <a:xfrm>
            <a:off x="0" y="1392072"/>
            <a:ext cx="12192000" cy="5465928"/>
          </a:xfrm>
        </p:spPr>
        <p:txBody>
          <a:bodyPr/>
          <a:lstStyle/>
          <a:p>
            <a:pPr marL="0" indent="0">
              <a:buNone/>
            </a:pPr>
            <a:r>
              <a:rPr lang="en-US" dirty="0">
                <a:latin typeface="Times New Roman" panose="02020603050405020304" pitchFamily="18" charset="0"/>
                <a:cs typeface="Times New Roman" panose="02020603050405020304" pitchFamily="18" charset="0"/>
              </a:rPr>
              <a:t>Just like your mouth speaks, your body also speaks.</a:t>
            </a:r>
          </a:p>
          <a:p>
            <a:pPr marL="0" indent="0">
              <a:buNone/>
            </a:pPr>
            <a:r>
              <a:rPr lang="en-US" dirty="0">
                <a:latin typeface="Times New Roman" panose="02020603050405020304" pitchFamily="18" charset="0"/>
                <a:cs typeface="Times New Roman" panose="02020603050405020304" pitchFamily="18" charset="0"/>
              </a:rPr>
              <a:t>•A hug says: “I care.”</a:t>
            </a:r>
          </a:p>
          <a:p>
            <a:pPr marL="0" indent="0">
              <a:buNone/>
            </a:pPr>
            <a:r>
              <a:rPr lang="en-US" dirty="0">
                <a:latin typeface="Times New Roman" panose="02020603050405020304" pitchFamily="18" charset="0"/>
                <a:cs typeface="Times New Roman" panose="02020603050405020304" pitchFamily="18" charset="0"/>
              </a:rPr>
              <a:t>•A slap says: “I’m angry.”</a:t>
            </a:r>
          </a:p>
          <a:p>
            <a:pPr marL="0" indent="0">
              <a:buNone/>
            </a:pPr>
            <a:r>
              <a:rPr lang="en-US" dirty="0">
                <a:latin typeface="Times New Roman" panose="02020603050405020304" pitchFamily="18" charset="0"/>
                <a:cs typeface="Times New Roman" panose="02020603050405020304" pitchFamily="18" charset="0"/>
              </a:rPr>
              <a:t>•A kiss says: “I love you.”</a:t>
            </a:r>
            <a:endParaRPr lang="en-NG" dirty="0">
              <a:latin typeface="Times New Roman" panose="02020603050405020304" pitchFamily="18" charset="0"/>
              <a:cs typeface="Times New Roman" panose="02020603050405020304" pitchFamily="18" charset="0"/>
            </a:endParaRPr>
          </a:p>
          <a:p>
            <a:pPr marL="0" indent="0">
              <a:buNone/>
            </a:pPr>
            <a:endParaRPr lang="en-US" sz="5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But here’s the key: The body should always tell the truth.</a:t>
            </a:r>
          </a:p>
          <a:p>
            <a:pPr marL="0" indent="0">
              <a:buNone/>
            </a:pPr>
            <a:endParaRPr lang="en-US" sz="800"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When a man and a woman have sex outside of marriage, their bodies say, “I give you everything,” but in reality, they may not be giving each other commitment, fidelity, or even love. That’s called a “lie of the body.”</a:t>
            </a:r>
          </a:p>
          <a:p>
            <a:pPr marL="0" indent="0" algn="just">
              <a:buNone/>
            </a:pPr>
            <a:r>
              <a:rPr lang="en-US" dirty="0">
                <a:latin typeface="Times New Roman" panose="02020603050405020304" pitchFamily="18" charset="0"/>
                <a:cs typeface="Times New Roman" panose="02020603050405020304" pitchFamily="18" charset="0"/>
              </a:rPr>
              <a:t>TOB helps us understand that sexual love is sacred and must be expressed within marriage—where it is free, total, faithful, and fruitful.</a:t>
            </a: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10946469"/>
      </p:ext>
    </p:extLst>
  </p:cSld>
  <p:clrMapOvr>
    <a:masterClrMapping/>
  </p:clrMapOvr>
  <p:transition spd="slow">
    <p:comb/>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edge">
                                      <p:cBhvr>
                                        <p:cTn id="12" dur="20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wipe(down)">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53" presetClass="entr" presetSubtype="16"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p:cTn id="37"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38" dur="500" fill="hold"/>
                                        <p:tgtEl>
                                          <p:spTgt spid="3">
                                            <p:txEl>
                                              <p:pRg st="7" end="7"/>
                                            </p:txEl>
                                          </p:spTgt>
                                        </p:tgtEl>
                                        <p:attrNameLst>
                                          <p:attrName>ppt_h</p:attrName>
                                        </p:attrNameLst>
                                      </p:cBhvr>
                                      <p:tavLst>
                                        <p:tav tm="0">
                                          <p:val>
                                            <p:fltVal val="0"/>
                                          </p:val>
                                        </p:tav>
                                        <p:tav tm="100000">
                                          <p:val>
                                            <p:strVal val="#ppt_h"/>
                                          </p:val>
                                        </p:tav>
                                      </p:tavLst>
                                    </p:anim>
                                    <p:animEffect transition="in" filter="fade">
                                      <p:cBhvr>
                                        <p:cTn id="39" dur="500"/>
                                        <p:tgtEl>
                                          <p:spTgt spid="3">
                                            <p:txEl>
                                              <p:pRg st="7" end="7"/>
                                            </p:txEl>
                                          </p:spTgt>
                                        </p:tgtEl>
                                      </p:cBhvr>
                                    </p:animEffect>
                                  </p:childTnLst>
                                </p:cTn>
                              </p:par>
                              <p:par>
                                <p:cTn id="40" presetID="43" presetClass="entr" presetSubtype="0" fill="hold"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anim calcmode="lin" valueType="num">
                                      <p:cBhvr>
                                        <p:cTn id="43" dur="2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2000" fill="hold"/>
                                        <p:tgtEl>
                                          <p:spTgt spid="3">
                                            <p:txEl>
                                              <p:pRg st="8" end="8"/>
                                            </p:txEl>
                                          </p:spTgt>
                                        </p:tgtEl>
                                        <p:attrNameLst>
                                          <p:attrName>ppt_y</p:attrName>
                                        </p:attrNameLst>
                                      </p:cBhvr>
                                      <p:tavLst>
                                        <p:tav tm="0">
                                          <p:val>
                                            <p:strVal val="#ppt_y+0.31"/>
                                          </p:val>
                                        </p:tav>
                                        <p:tav tm="100000">
                                          <p:val>
                                            <p:strVal val="#ppt_y+0.31"/>
                                          </p:val>
                                        </p:tav>
                                      </p:tavLst>
                                    </p:anim>
                                    <p:anim calcmode="lin" valueType="num">
                                      <p:cBhvr>
                                        <p:cTn id="45" dur="3000" decel="50000" fill="hold">
                                          <p:stCondLst>
                                            <p:cond delay="2000"/>
                                          </p:stCondLst>
                                        </p:cTn>
                                        <p:tgtEl>
                                          <p:spTgt spid="3">
                                            <p:txEl>
                                              <p:pRg st="8" end="8"/>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6" dur="3000" decel="50000" fill="hold">
                                          <p:stCondLst>
                                            <p:cond delay="2000"/>
                                          </p:stCondLst>
                                        </p:cTn>
                                        <p:tgtEl>
                                          <p:spTgt spid="3">
                                            <p:txEl>
                                              <p:pRg st="8" end="8"/>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0A45ED-608A-0702-A8EE-152F33964822}"/>
              </a:ext>
            </a:extLst>
          </p:cNvPr>
          <p:cNvSpPr>
            <a:spLocks noGrp="1"/>
          </p:cNvSpPr>
          <p:nvPr>
            <p:ph type="title"/>
          </p:nvPr>
        </p:nvSpPr>
        <p:spPr>
          <a:xfrm>
            <a:off x="838200" y="365126"/>
            <a:ext cx="10515600" cy="603866"/>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Part 3 – Male and Female Reflect God’s Image </a:t>
            </a:r>
            <a:br>
              <a:rPr lang="en-NG" dirty="0">
                <a:latin typeface="Times New Roman" panose="02020603050405020304" pitchFamily="18" charset="0"/>
                <a:cs typeface="Times New Roman" panose="02020603050405020304" pitchFamily="18" charset="0"/>
              </a:rPr>
            </a:br>
            <a:endParaRPr lang="en-NG"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13F2B09-0183-194A-37A4-AA53A08FC066}"/>
              </a:ext>
            </a:extLst>
          </p:cNvPr>
          <p:cNvSpPr>
            <a:spLocks noGrp="1"/>
          </p:cNvSpPr>
          <p:nvPr>
            <p:ph idx="1"/>
          </p:nvPr>
        </p:nvSpPr>
        <p:spPr>
          <a:xfrm>
            <a:off x="0" y="1378424"/>
            <a:ext cx="12192000" cy="5479576"/>
          </a:xfrm>
        </p:spPr>
        <p:txBody>
          <a:bodyPr/>
          <a:lstStyle/>
          <a:p>
            <a:pPr marL="0" indent="0">
              <a:buNone/>
            </a:pPr>
            <a:r>
              <a:rPr lang="en-US" dirty="0">
                <a:latin typeface="Times New Roman" panose="02020603050405020304" pitchFamily="18" charset="0"/>
                <a:cs typeface="Times New Roman" panose="02020603050405020304" pitchFamily="18" charset="0"/>
              </a:rPr>
              <a:t>God made us male and female. Different, but equal.</a:t>
            </a:r>
          </a:p>
          <a:p>
            <a:pPr marL="0" indent="0">
              <a:buNone/>
            </a:pPr>
            <a:r>
              <a:rPr lang="en-US" dirty="0">
                <a:latin typeface="Times New Roman" panose="02020603050405020304" pitchFamily="18" charset="0"/>
                <a:cs typeface="Times New Roman" panose="02020603050405020304" pitchFamily="18" charset="0"/>
              </a:rPr>
              <a:t>Men and women complete each other. This difference is a gift. It’s not a reason for one to look down on the other.</a:t>
            </a:r>
          </a:p>
          <a:p>
            <a:pPr marL="0" indent="0">
              <a:buNone/>
            </a:pPr>
            <a:endParaRPr lang="en-US" sz="6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In marriage, husband and wife become “one flesh” (Genesis 2:24). This is not just biology. It’s sacramental. </a:t>
            </a:r>
            <a:endParaRPr lang="en-NG"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Their love reflects:</a:t>
            </a:r>
            <a:endParaRPr lang="en-NG"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The love between Christ and the Church (Ephesians 5:31-32)</a:t>
            </a:r>
            <a:endParaRPr lang="en-NG"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The Holy Trinity—a communion of love.</a:t>
            </a:r>
            <a:endParaRPr lang="en-NG"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In Church teaching, marriage is:</a:t>
            </a:r>
            <a:endParaRPr lang="en-NG"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A sacrament </a:t>
            </a:r>
            <a:endParaRPr lang="en-NG"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Ordered to procreation and unity</a:t>
            </a:r>
            <a:endParaRPr lang="en-NG" dirty="0">
              <a:latin typeface="Times New Roman" panose="02020603050405020304" pitchFamily="18" charset="0"/>
              <a:cs typeface="Times New Roman" panose="02020603050405020304" pitchFamily="18" charset="0"/>
            </a:endParaRPr>
          </a:p>
          <a:p>
            <a:pPr lvl="0"/>
            <a:r>
              <a:rPr lang="en-US" dirty="0">
                <a:latin typeface="Times New Roman" panose="02020603050405020304" pitchFamily="18" charset="0"/>
                <a:cs typeface="Times New Roman" panose="02020603050405020304" pitchFamily="18" charset="0"/>
              </a:rPr>
              <a:t>A lifelong vocation of love and service</a:t>
            </a:r>
            <a:endParaRPr lang="en-NG"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TOB says: Sex is not dirty. It is holy when lived according to God’s plan.</a:t>
            </a:r>
            <a:endParaRPr lang="en-NG" dirty="0">
              <a:latin typeface="Times New Roman" panose="02020603050405020304" pitchFamily="18" charset="0"/>
              <a:cs typeface="Times New Roman" panose="02020603050405020304" pitchFamily="18" charset="0"/>
            </a:endParaRP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91693268"/>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edge">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barn(inVertical)">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ipe(down)">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7"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1" presetClass="entr" presetSubtype="1"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wheel(1)">
                                      <p:cBhvr>
                                        <p:cTn id="49" dur="2000"/>
                                        <p:tgtEl>
                                          <p:spTgt spid="3">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18" presetClass="entr" presetSubtype="12"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strips(downLeft)">
                                      <p:cBhvr>
                                        <p:cTn id="54" dur="500"/>
                                        <p:tgtEl>
                                          <p:spTgt spid="3">
                                            <p:txEl>
                                              <p:pRg st="9" end="9"/>
                                            </p:txEl>
                                          </p:spTgt>
                                        </p:tgtEl>
                                      </p:cBhvr>
                                    </p:animEffect>
                                  </p:childTnLst>
                                </p:cTn>
                              </p:par>
                            </p:childTnLst>
                          </p:cTn>
                        </p:par>
                      </p:childTnLst>
                    </p:cTn>
                  </p:par>
                  <p:par>
                    <p:cTn id="55" fill="hold">
                      <p:stCondLst>
                        <p:cond delay="indefinite"/>
                      </p:stCondLst>
                      <p:childTnLst>
                        <p:par>
                          <p:cTn id="56" fill="hold">
                            <p:stCondLst>
                              <p:cond delay="0"/>
                            </p:stCondLst>
                            <p:childTnLst>
                              <p:par>
                                <p:cTn id="57" presetID="12" presetClass="entr" presetSubtype="4" fill="hold" nodeType="clickEffect">
                                  <p:stCondLst>
                                    <p:cond delay="0"/>
                                  </p:stCondLst>
                                  <p:childTnLst>
                                    <p:set>
                                      <p:cBhvr>
                                        <p:cTn id="58" dur="1" fill="hold">
                                          <p:stCondLst>
                                            <p:cond delay="0"/>
                                          </p:stCondLst>
                                        </p:cTn>
                                        <p:tgtEl>
                                          <p:spTgt spid="3">
                                            <p:txEl>
                                              <p:pRg st="10" end="10"/>
                                            </p:txEl>
                                          </p:spTgt>
                                        </p:tgtEl>
                                        <p:attrNameLst>
                                          <p:attrName>style.visibility</p:attrName>
                                        </p:attrNameLst>
                                      </p:cBhvr>
                                      <p:to>
                                        <p:strVal val="visible"/>
                                      </p:to>
                                    </p:set>
                                    <p:anim calcmode="lin" valueType="num">
                                      <p:cBhvr additive="base">
                                        <p:cTn id="59" dur="500"/>
                                        <p:tgtEl>
                                          <p:spTgt spid="3">
                                            <p:txEl>
                                              <p:pRg st="10" end="10"/>
                                            </p:txEl>
                                          </p:spTgt>
                                        </p:tgtEl>
                                        <p:attrNameLst>
                                          <p:attrName>ppt_y</p:attrName>
                                        </p:attrNameLst>
                                      </p:cBhvr>
                                      <p:tavLst>
                                        <p:tav tm="0">
                                          <p:val>
                                            <p:strVal val="#ppt_y+#ppt_h*1.125000"/>
                                          </p:val>
                                        </p:tav>
                                        <p:tav tm="100000">
                                          <p:val>
                                            <p:strVal val="#ppt_y"/>
                                          </p:val>
                                        </p:tav>
                                      </p:tavLst>
                                    </p:anim>
                                    <p:animEffect transition="in" filter="wipe(up)">
                                      <p:cBhvr>
                                        <p:cTn id="60" dur="500"/>
                                        <p:tgtEl>
                                          <p:spTgt spid="3">
                                            <p:txEl>
                                              <p:pRg st="10" end="1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3" presetClass="entr" presetSubtype="10" fill="hold" nodeType="clickEffect">
                                  <p:stCondLst>
                                    <p:cond delay="0"/>
                                  </p:stCondLst>
                                  <p:childTnLst>
                                    <p:set>
                                      <p:cBhvr>
                                        <p:cTn id="64" dur="1" fill="hold">
                                          <p:stCondLst>
                                            <p:cond delay="0"/>
                                          </p:stCondLst>
                                        </p:cTn>
                                        <p:tgtEl>
                                          <p:spTgt spid="3">
                                            <p:txEl>
                                              <p:pRg st="11" end="11"/>
                                            </p:txEl>
                                          </p:spTgt>
                                        </p:tgtEl>
                                        <p:attrNameLst>
                                          <p:attrName>style.visibility</p:attrName>
                                        </p:attrNameLst>
                                      </p:cBhvr>
                                      <p:to>
                                        <p:strVal val="visible"/>
                                      </p:to>
                                    </p:set>
                                    <p:animEffect transition="in" filter="blinds(horizontal)">
                                      <p:cBhvr>
                                        <p:cTn id="65"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6F7022-F0CB-98A1-144A-44F4635BB0C9}"/>
              </a:ext>
            </a:extLst>
          </p:cNvPr>
          <p:cNvSpPr>
            <a:spLocks noGrp="1"/>
          </p:cNvSpPr>
          <p:nvPr>
            <p:ph idx="1"/>
          </p:nvPr>
        </p:nvSpPr>
        <p:spPr>
          <a:xfrm>
            <a:off x="0" y="0"/>
            <a:ext cx="12192000" cy="6858000"/>
          </a:xfrm>
        </p:spPr>
        <p:txBody>
          <a:bodyPr>
            <a:normAutofit fontScale="92500" lnSpcReduction="20000"/>
          </a:bodyPr>
          <a:lstStyle/>
          <a:p>
            <a:pPr marL="0" indent="0" algn="ctr">
              <a:buNone/>
            </a:pPr>
            <a:r>
              <a:rPr lang="en-US" sz="3600" b="1" dirty="0">
                <a:latin typeface="Times New Roman" panose="02020603050405020304" pitchFamily="18" charset="0"/>
                <a:cs typeface="Times New Roman" panose="02020603050405020304" pitchFamily="18" charset="0"/>
              </a:rPr>
              <a:t>Part 4 – Love Means Giving Yourself </a:t>
            </a:r>
          </a:p>
          <a:p>
            <a:pPr marL="0" indent="0" algn="just">
              <a:buNone/>
            </a:pPr>
            <a:r>
              <a:rPr lang="en-US" sz="2800" dirty="0">
                <a:latin typeface="Times New Roman" panose="02020603050405020304" pitchFamily="18" charset="0"/>
                <a:cs typeface="Times New Roman" panose="02020603050405020304" pitchFamily="18" charset="0"/>
              </a:rPr>
              <a:t>Real love is not about using someone. It’s about giving yourself</a:t>
            </a:r>
          </a:p>
          <a:p>
            <a:pPr marL="0" indent="0" algn="ctr">
              <a:buNone/>
            </a:pPr>
            <a:endParaRPr lang="en-US" sz="100" b="1"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Example:</a:t>
            </a:r>
          </a:p>
          <a:p>
            <a:pPr marL="0" indent="0">
              <a:buNone/>
            </a:pPr>
            <a:r>
              <a:rPr lang="en-US" dirty="0">
                <a:latin typeface="Times New Roman" panose="02020603050405020304" pitchFamily="18" charset="0"/>
                <a:cs typeface="Times New Roman" panose="02020603050405020304" pitchFamily="18" charset="0"/>
              </a:rPr>
              <a:t>Parents wake up early to work the garden for you—that’s love. A friend who helps you carry a canoe, even when tired—that’s love.</a:t>
            </a:r>
          </a:p>
          <a:p>
            <a:pPr marL="0" indent="0">
              <a:buNone/>
            </a:pPr>
            <a:endParaRPr lang="en-US" sz="20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Romantic love should be the same:</a:t>
            </a:r>
          </a:p>
          <a:p>
            <a:pPr marL="0" indent="0">
              <a:buNone/>
            </a:pPr>
            <a:r>
              <a:rPr lang="en-US" dirty="0">
                <a:latin typeface="Times New Roman" panose="02020603050405020304" pitchFamily="18" charset="0"/>
                <a:cs typeface="Times New Roman" panose="02020603050405020304" pitchFamily="18" charset="0"/>
              </a:rPr>
              <a:t>Not “What can I get?” but “What can I give?”</a:t>
            </a:r>
          </a:p>
          <a:p>
            <a:pPr marL="0" indent="0">
              <a:buNone/>
            </a:pPr>
            <a:r>
              <a:rPr lang="en-US" b="1" dirty="0">
                <a:latin typeface="Times New Roman" panose="02020603050405020304" pitchFamily="18" charset="0"/>
                <a:cs typeface="Times New Roman" panose="02020603050405020304" pitchFamily="18" charset="0"/>
              </a:rPr>
              <a:t>WHAT WENT WRONG? The Fall of MAN</a:t>
            </a:r>
          </a:p>
          <a:p>
            <a:pPr marL="0" indent="0">
              <a:buNone/>
            </a:pPr>
            <a:r>
              <a:rPr lang="en-US" dirty="0">
                <a:latin typeface="Times New Roman" panose="02020603050405020304" pitchFamily="18" charset="0"/>
                <a:cs typeface="Times New Roman" panose="02020603050405020304" pitchFamily="18" charset="0"/>
              </a:rPr>
              <a:t>In Genesis 3, sin entered the world. (Adam and Eve):</a:t>
            </a:r>
          </a:p>
          <a:p>
            <a:r>
              <a:rPr lang="en-US" dirty="0">
                <a:latin typeface="Times New Roman" panose="02020603050405020304" pitchFamily="18" charset="0"/>
                <a:cs typeface="Times New Roman" panose="02020603050405020304" pitchFamily="18" charset="0"/>
              </a:rPr>
              <a:t>	Covered themselves in shame</a:t>
            </a:r>
          </a:p>
          <a:p>
            <a:r>
              <a:rPr lang="en-US" dirty="0">
                <a:latin typeface="Times New Roman" panose="02020603050405020304" pitchFamily="18" charset="0"/>
                <a:cs typeface="Times New Roman" panose="02020603050405020304" pitchFamily="18" charset="0"/>
              </a:rPr>
              <a:t>	Blamed each other</a:t>
            </a:r>
          </a:p>
          <a:p>
            <a:r>
              <a:rPr lang="en-US" dirty="0">
                <a:latin typeface="Times New Roman" panose="02020603050405020304" pitchFamily="18" charset="0"/>
                <a:cs typeface="Times New Roman" panose="02020603050405020304" pitchFamily="18" charset="0"/>
              </a:rPr>
              <a:t>	Broke their trust with God</a:t>
            </a:r>
          </a:p>
          <a:p>
            <a:pPr marL="0" indent="0">
              <a:buNone/>
            </a:pPr>
            <a:r>
              <a:rPr lang="en-US" dirty="0">
                <a:latin typeface="Times New Roman" panose="02020603050405020304" pitchFamily="18" charset="0"/>
                <a:cs typeface="Times New Roman" panose="02020603050405020304" pitchFamily="18" charset="0"/>
              </a:rPr>
              <a:t>Because of sin, we:</a:t>
            </a:r>
          </a:p>
          <a:p>
            <a:r>
              <a:rPr lang="en-US" dirty="0">
                <a:latin typeface="Times New Roman" panose="02020603050405020304" pitchFamily="18" charset="0"/>
                <a:cs typeface="Times New Roman" panose="02020603050405020304" pitchFamily="18" charset="0"/>
              </a:rPr>
              <a:t>	Misuse our bodies</a:t>
            </a:r>
          </a:p>
          <a:p>
            <a:r>
              <a:rPr lang="en-US" dirty="0">
                <a:latin typeface="Times New Roman" panose="02020603050405020304" pitchFamily="18" charset="0"/>
                <a:cs typeface="Times New Roman" panose="02020603050405020304" pitchFamily="18" charset="0"/>
              </a:rPr>
              <a:t>	Treat people as objects</a:t>
            </a:r>
          </a:p>
          <a:p>
            <a:r>
              <a:rPr lang="en-US" dirty="0">
                <a:latin typeface="Times New Roman" panose="02020603050405020304" pitchFamily="18" charset="0"/>
                <a:cs typeface="Times New Roman" panose="02020603050405020304" pitchFamily="18" charset="0"/>
              </a:rPr>
              <a:t>	Struggle with lust, porn, adultery</a:t>
            </a:r>
          </a:p>
          <a:p>
            <a:pPr marL="0" indent="0">
              <a:buNone/>
            </a:pPr>
            <a:r>
              <a:rPr lang="en-US" dirty="0">
                <a:latin typeface="Times New Roman" panose="02020603050405020304" pitchFamily="18" charset="0"/>
                <a:cs typeface="Times New Roman" panose="02020603050405020304" pitchFamily="18" charset="0"/>
              </a:rPr>
              <a:t>But God didn’t give up on us. He sent His Son.</a:t>
            </a: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15695114"/>
      </p:ext>
    </p:extLst>
  </p:cSld>
  <p:clrMapOvr>
    <a:masterClrMapping/>
  </p:clrMapOvr>
  <mc:AlternateContent xmlns:mc="http://schemas.openxmlformats.org/markup-compatibility/2006" xmlns:p14="http://schemas.microsoft.com/office/powerpoint/2010/main">
    <mc:Choice Requires="p14">
      <p:transition spd="slow" p14:dur="2000">
        <p14:ferris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ircle(in)">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circle(in)">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circle(in)">
                                      <p:cBhvr>
                                        <p:cTn id="17" dur="20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6" presetClass="entr" presetSubtype="16"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circle(in)">
                                      <p:cBhvr>
                                        <p:cTn id="22" dur="20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circle(in)">
                                      <p:cBhvr>
                                        <p:cTn id="27" dur="20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6" presetClass="entr" presetSubtype="16"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circle(in)">
                                      <p:cBhvr>
                                        <p:cTn id="32" dur="20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circle(in)">
                                      <p:cBhvr>
                                        <p:cTn id="37" dur="20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barn(inVertical)">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45"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animEffect transition="in" filter="fade">
                                      <p:cBhvr>
                                        <p:cTn id="47" dur="2000"/>
                                        <p:tgtEl>
                                          <p:spTgt spid="3">
                                            <p:txEl>
                                              <p:pRg st="10" end="10"/>
                                            </p:txEl>
                                          </p:spTgt>
                                        </p:tgtEl>
                                      </p:cBhvr>
                                    </p:animEffect>
                                    <p:anim calcmode="lin" valueType="num">
                                      <p:cBhvr>
                                        <p:cTn id="48" dur="2000" fill="hold"/>
                                        <p:tgtEl>
                                          <p:spTgt spid="3">
                                            <p:txEl>
                                              <p:pRg st="10" end="10"/>
                                            </p:txEl>
                                          </p:spTgt>
                                        </p:tgtEl>
                                        <p:attrNameLst>
                                          <p:attrName>ppt_w</p:attrName>
                                        </p:attrNameLst>
                                      </p:cBhvr>
                                      <p:tavLst>
                                        <p:tav tm="0" fmla="#ppt_w*sin(2.5*pi*$)">
                                          <p:val>
                                            <p:fltVal val="0"/>
                                          </p:val>
                                        </p:tav>
                                        <p:tav tm="100000">
                                          <p:val>
                                            <p:fltVal val="1"/>
                                          </p:val>
                                        </p:tav>
                                      </p:tavLst>
                                    </p:anim>
                                    <p:anim calcmode="lin" valueType="num">
                                      <p:cBhvr>
                                        <p:cTn id="49" dur="2000" fill="hold"/>
                                        <p:tgtEl>
                                          <p:spTgt spid="3">
                                            <p:txEl>
                                              <p:pRg st="10" end="10"/>
                                            </p:txEl>
                                          </p:spTgt>
                                        </p:tgtEl>
                                        <p:attrNameLst>
                                          <p:attrName>ppt_h</p:attrName>
                                        </p:attrNameLst>
                                      </p:cBhvr>
                                      <p:tavLst>
                                        <p:tav tm="0">
                                          <p:val>
                                            <p:strVal val="#ppt_h"/>
                                          </p:val>
                                        </p:tav>
                                        <p:tav tm="100000">
                                          <p:val>
                                            <p:strVal val="#ppt_h"/>
                                          </p:val>
                                        </p:tav>
                                      </p:tavLst>
                                    </p:anim>
                                  </p:childTnLst>
                                </p:cTn>
                              </p:par>
                            </p:childTnLst>
                          </p:cTn>
                        </p:par>
                      </p:childTnLst>
                    </p:cTn>
                  </p:par>
                  <p:par>
                    <p:cTn id="50" fill="hold">
                      <p:stCondLst>
                        <p:cond delay="indefinite"/>
                      </p:stCondLst>
                      <p:childTnLst>
                        <p:par>
                          <p:cTn id="51" fill="hold">
                            <p:stCondLst>
                              <p:cond delay="0"/>
                            </p:stCondLst>
                            <p:childTnLst>
                              <p:par>
                                <p:cTn id="52" presetID="31" presetClass="entr" presetSubtype="0" fill="hold" nodeType="clickEffect">
                                  <p:stCondLst>
                                    <p:cond delay="0"/>
                                  </p:stCondLst>
                                  <p:childTnLst>
                                    <p:set>
                                      <p:cBhvr>
                                        <p:cTn id="53" dur="1" fill="hold">
                                          <p:stCondLst>
                                            <p:cond delay="0"/>
                                          </p:stCondLst>
                                        </p:cTn>
                                        <p:tgtEl>
                                          <p:spTgt spid="3">
                                            <p:txEl>
                                              <p:pRg st="11" end="11"/>
                                            </p:txEl>
                                          </p:spTgt>
                                        </p:tgtEl>
                                        <p:attrNameLst>
                                          <p:attrName>style.visibility</p:attrName>
                                        </p:attrNameLst>
                                      </p:cBhvr>
                                      <p:to>
                                        <p:strVal val="visible"/>
                                      </p:to>
                                    </p:set>
                                    <p:anim calcmode="lin" valueType="num">
                                      <p:cBhvr>
                                        <p:cTn id="54" dur="1000" fill="hold"/>
                                        <p:tgtEl>
                                          <p:spTgt spid="3">
                                            <p:txEl>
                                              <p:pRg st="11" end="11"/>
                                            </p:txEl>
                                          </p:spTgt>
                                        </p:tgtEl>
                                        <p:attrNameLst>
                                          <p:attrName>ppt_w</p:attrName>
                                        </p:attrNameLst>
                                      </p:cBhvr>
                                      <p:tavLst>
                                        <p:tav tm="0">
                                          <p:val>
                                            <p:fltVal val="0"/>
                                          </p:val>
                                        </p:tav>
                                        <p:tav tm="100000">
                                          <p:val>
                                            <p:strVal val="#ppt_w"/>
                                          </p:val>
                                        </p:tav>
                                      </p:tavLst>
                                    </p:anim>
                                    <p:anim calcmode="lin" valueType="num">
                                      <p:cBhvr>
                                        <p:cTn id="55" dur="1000" fill="hold"/>
                                        <p:tgtEl>
                                          <p:spTgt spid="3">
                                            <p:txEl>
                                              <p:pRg st="11" end="11"/>
                                            </p:txEl>
                                          </p:spTgt>
                                        </p:tgtEl>
                                        <p:attrNameLst>
                                          <p:attrName>ppt_h</p:attrName>
                                        </p:attrNameLst>
                                      </p:cBhvr>
                                      <p:tavLst>
                                        <p:tav tm="0">
                                          <p:val>
                                            <p:fltVal val="0"/>
                                          </p:val>
                                        </p:tav>
                                        <p:tav tm="100000">
                                          <p:val>
                                            <p:strVal val="#ppt_h"/>
                                          </p:val>
                                        </p:tav>
                                      </p:tavLst>
                                    </p:anim>
                                    <p:anim calcmode="lin" valueType="num">
                                      <p:cBhvr>
                                        <p:cTn id="56" dur="1000" fill="hold"/>
                                        <p:tgtEl>
                                          <p:spTgt spid="3">
                                            <p:txEl>
                                              <p:pRg st="11" end="11"/>
                                            </p:txEl>
                                          </p:spTgt>
                                        </p:tgtEl>
                                        <p:attrNameLst>
                                          <p:attrName>style.rotation</p:attrName>
                                        </p:attrNameLst>
                                      </p:cBhvr>
                                      <p:tavLst>
                                        <p:tav tm="0">
                                          <p:val>
                                            <p:fltVal val="90"/>
                                          </p:val>
                                        </p:tav>
                                        <p:tav tm="100000">
                                          <p:val>
                                            <p:fltVal val="0"/>
                                          </p:val>
                                        </p:tav>
                                      </p:tavLst>
                                    </p:anim>
                                    <p:animEffect transition="in" filter="fade">
                                      <p:cBhvr>
                                        <p:cTn id="57" dur="1000"/>
                                        <p:tgtEl>
                                          <p:spTgt spid="3">
                                            <p:txEl>
                                              <p:pRg st="11" end="11"/>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4" presetClass="entr" presetSubtype="16" fill="hold"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box(in)">
                                      <p:cBhvr>
                                        <p:cTn id="62" dur="20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5" presetClass="entr" presetSubtype="10" fill="hold" nodeType="clickEffect">
                                  <p:stCondLst>
                                    <p:cond delay="0"/>
                                  </p:stCondLst>
                                  <p:childTnLst>
                                    <p:set>
                                      <p:cBhvr>
                                        <p:cTn id="66" dur="1" fill="hold">
                                          <p:stCondLst>
                                            <p:cond delay="0"/>
                                          </p:stCondLst>
                                        </p:cTn>
                                        <p:tgtEl>
                                          <p:spTgt spid="3">
                                            <p:txEl>
                                              <p:pRg st="13" end="13"/>
                                            </p:txEl>
                                          </p:spTgt>
                                        </p:tgtEl>
                                        <p:attrNameLst>
                                          <p:attrName>style.visibility</p:attrName>
                                        </p:attrNameLst>
                                      </p:cBhvr>
                                      <p:to>
                                        <p:strVal val="visible"/>
                                      </p:to>
                                    </p:set>
                                    <p:animEffect transition="in" filter="checkerboard(across)">
                                      <p:cBhvr>
                                        <p:cTn id="67" dur="500"/>
                                        <p:tgtEl>
                                          <p:spTgt spid="3">
                                            <p:txEl>
                                              <p:pRg st="13" end="1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6" presetClass="entr" presetSubtype="16" fill="hold" nodeType="clickEffect">
                                  <p:stCondLst>
                                    <p:cond delay="0"/>
                                  </p:stCondLst>
                                  <p:childTnLst>
                                    <p:set>
                                      <p:cBhvr>
                                        <p:cTn id="71" dur="1" fill="hold">
                                          <p:stCondLst>
                                            <p:cond delay="0"/>
                                          </p:stCondLst>
                                        </p:cTn>
                                        <p:tgtEl>
                                          <p:spTgt spid="3">
                                            <p:txEl>
                                              <p:pRg st="14" end="14"/>
                                            </p:txEl>
                                          </p:spTgt>
                                        </p:tgtEl>
                                        <p:attrNameLst>
                                          <p:attrName>style.visibility</p:attrName>
                                        </p:attrNameLst>
                                      </p:cBhvr>
                                      <p:to>
                                        <p:strVal val="visible"/>
                                      </p:to>
                                    </p:set>
                                    <p:animEffect transition="in" filter="circle(in)">
                                      <p:cBhvr>
                                        <p:cTn id="72" dur="2000"/>
                                        <p:tgtEl>
                                          <p:spTgt spid="3">
                                            <p:txEl>
                                              <p:pRg st="14" end="14"/>
                                            </p:txEl>
                                          </p:spTgt>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3">
                                            <p:txEl>
                                              <p:pRg st="15" end="15"/>
                                            </p:txEl>
                                          </p:spTgt>
                                        </p:tgtEl>
                                        <p:attrNameLst>
                                          <p:attrName>style.visibility</p:attrName>
                                        </p:attrNameLst>
                                      </p:cBhvr>
                                      <p:to>
                                        <p:strVal val="visible"/>
                                      </p:to>
                                    </p:set>
                                    <p:animEffect transition="in" filter="dissolve">
                                      <p:cBhvr>
                                        <p:cTn id="77" dur="500"/>
                                        <p:tgtEl>
                                          <p:spTgt spid="3">
                                            <p:txEl>
                                              <p:pRg st="15" end="15"/>
                                            </p:txEl>
                                          </p:spTgt>
                                        </p:tgtEl>
                                      </p:cBhvr>
                                    </p:animEffect>
                                  </p:childTnLst>
                                </p:cTn>
                              </p:par>
                            </p:childTnLst>
                          </p:cTn>
                        </p:par>
                      </p:childTnLst>
                    </p:cTn>
                  </p:par>
                  <p:par>
                    <p:cTn id="78" fill="hold">
                      <p:stCondLst>
                        <p:cond delay="indefinite"/>
                      </p:stCondLst>
                      <p:childTnLst>
                        <p:par>
                          <p:cTn id="79" fill="hold">
                            <p:stCondLst>
                              <p:cond delay="0"/>
                            </p:stCondLst>
                            <p:childTnLst>
                              <p:par>
                                <p:cTn id="80" presetID="13" presetClass="entr" presetSubtype="16" fill="hold" nodeType="clickEffect">
                                  <p:stCondLst>
                                    <p:cond delay="0"/>
                                  </p:stCondLst>
                                  <p:childTnLst>
                                    <p:set>
                                      <p:cBhvr>
                                        <p:cTn id="81" dur="1" fill="hold">
                                          <p:stCondLst>
                                            <p:cond delay="0"/>
                                          </p:stCondLst>
                                        </p:cTn>
                                        <p:tgtEl>
                                          <p:spTgt spid="3">
                                            <p:txEl>
                                              <p:pRg st="16" end="16"/>
                                            </p:txEl>
                                          </p:spTgt>
                                        </p:tgtEl>
                                        <p:attrNameLst>
                                          <p:attrName>style.visibility</p:attrName>
                                        </p:attrNameLst>
                                      </p:cBhvr>
                                      <p:to>
                                        <p:strVal val="visible"/>
                                      </p:to>
                                    </p:set>
                                    <p:animEffect transition="in" filter="plus(in)">
                                      <p:cBhvr>
                                        <p:cTn id="82" dur="2000"/>
                                        <p:tgtEl>
                                          <p:spTgt spid="3">
                                            <p:txEl>
                                              <p:pRg st="16" end="16"/>
                                            </p:txEl>
                                          </p:spTgt>
                                        </p:tgtEl>
                                      </p:cBhvr>
                                    </p:animEffect>
                                  </p:childTnLst>
                                </p:cTn>
                              </p:par>
                            </p:childTnLst>
                          </p:cTn>
                        </p:par>
                      </p:childTnLst>
                    </p:cTn>
                  </p:par>
                  <p:par>
                    <p:cTn id="83" fill="hold">
                      <p:stCondLst>
                        <p:cond delay="indefinite"/>
                      </p:stCondLst>
                      <p:childTnLst>
                        <p:par>
                          <p:cTn id="84" fill="hold">
                            <p:stCondLst>
                              <p:cond delay="0"/>
                            </p:stCondLst>
                            <p:childTnLst>
                              <p:par>
                                <p:cTn id="85" presetID="26" presetClass="entr" presetSubtype="0" fill="hold" nodeType="clickEffect">
                                  <p:stCondLst>
                                    <p:cond delay="0"/>
                                  </p:stCondLst>
                                  <p:childTnLst>
                                    <p:set>
                                      <p:cBhvr>
                                        <p:cTn id="86" dur="1" fill="hold">
                                          <p:stCondLst>
                                            <p:cond delay="0"/>
                                          </p:stCondLst>
                                        </p:cTn>
                                        <p:tgtEl>
                                          <p:spTgt spid="3">
                                            <p:txEl>
                                              <p:pRg st="17" end="17"/>
                                            </p:txEl>
                                          </p:spTgt>
                                        </p:tgtEl>
                                        <p:attrNameLst>
                                          <p:attrName>style.visibility</p:attrName>
                                        </p:attrNameLst>
                                      </p:cBhvr>
                                      <p:to>
                                        <p:strVal val="visible"/>
                                      </p:to>
                                    </p:set>
                                    <p:animEffect transition="in" filter="wipe(down)">
                                      <p:cBhvr>
                                        <p:cTn id="87" dur="580">
                                          <p:stCondLst>
                                            <p:cond delay="0"/>
                                          </p:stCondLst>
                                        </p:cTn>
                                        <p:tgtEl>
                                          <p:spTgt spid="3">
                                            <p:txEl>
                                              <p:pRg st="17" end="17"/>
                                            </p:txEl>
                                          </p:spTgt>
                                        </p:tgtEl>
                                      </p:cBhvr>
                                    </p:animEffect>
                                    <p:anim calcmode="lin" valueType="num">
                                      <p:cBhvr>
                                        <p:cTn id="88" dur="1822" tmFilter="0,0; 0.14,0.36; 0.43,0.73; 0.71,0.91; 1.0,1.0">
                                          <p:stCondLst>
                                            <p:cond delay="0"/>
                                          </p:stCondLst>
                                        </p:cTn>
                                        <p:tgtEl>
                                          <p:spTgt spid="3">
                                            <p:txEl>
                                              <p:pRg st="17" end="17"/>
                                            </p:txEl>
                                          </p:spTgt>
                                        </p:tgtEl>
                                        <p:attrNameLst>
                                          <p:attrName>ppt_x</p:attrName>
                                        </p:attrNameLst>
                                      </p:cBhvr>
                                      <p:tavLst>
                                        <p:tav tm="0">
                                          <p:val>
                                            <p:strVal val="#ppt_x-0.25"/>
                                          </p:val>
                                        </p:tav>
                                        <p:tav tm="100000">
                                          <p:val>
                                            <p:strVal val="#ppt_x"/>
                                          </p:val>
                                        </p:tav>
                                      </p:tavLst>
                                    </p:anim>
                                    <p:anim calcmode="lin" valueType="num">
                                      <p:cBhvr>
                                        <p:cTn id="89" dur="664" tmFilter="0.0,0.0; 0.25,0.07; 0.50,0.2; 0.75,0.467; 1.0,1.0">
                                          <p:stCondLst>
                                            <p:cond delay="0"/>
                                          </p:stCondLst>
                                        </p:cTn>
                                        <p:tgtEl>
                                          <p:spTgt spid="3">
                                            <p:txEl>
                                              <p:pRg st="17" end="17"/>
                                            </p:txEl>
                                          </p:spTgt>
                                        </p:tgtEl>
                                        <p:attrNameLst>
                                          <p:attrName>ppt_y</p:attrName>
                                        </p:attrNameLst>
                                      </p:cBhvr>
                                      <p:tavLst>
                                        <p:tav tm="0" fmla="#ppt_y-sin(pi*$)/3">
                                          <p:val>
                                            <p:fltVal val="0.5"/>
                                          </p:val>
                                        </p:tav>
                                        <p:tav tm="100000">
                                          <p:val>
                                            <p:fltVal val="1"/>
                                          </p:val>
                                        </p:tav>
                                      </p:tavLst>
                                    </p:anim>
                                    <p:anim calcmode="lin" valueType="num">
                                      <p:cBhvr>
                                        <p:cTn id="90" dur="664" tmFilter="0, 0; 0.125,0.2665; 0.25,0.4; 0.375,0.465; 0.5,0.5;  0.625,0.535; 0.75,0.6; 0.875,0.7335; 1,1">
                                          <p:stCondLst>
                                            <p:cond delay="664"/>
                                          </p:stCondLst>
                                        </p:cTn>
                                        <p:tgtEl>
                                          <p:spTgt spid="3">
                                            <p:txEl>
                                              <p:pRg st="17" end="17"/>
                                            </p:txEl>
                                          </p:spTgt>
                                        </p:tgtEl>
                                        <p:attrNameLst>
                                          <p:attrName>ppt_y</p:attrName>
                                        </p:attrNameLst>
                                      </p:cBhvr>
                                      <p:tavLst>
                                        <p:tav tm="0" fmla="#ppt_y-sin(pi*$)/9">
                                          <p:val>
                                            <p:fltVal val="0"/>
                                          </p:val>
                                        </p:tav>
                                        <p:tav tm="100000">
                                          <p:val>
                                            <p:fltVal val="1"/>
                                          </p:val>
                                        </p:tav>
                                      </p:tavLst>
                                    </p:anim>
                                    <p:anim calcmode="lin" valueType="num">
                                      <p:cBhvr>
                                        <p:cTn id="91" dur="332" tmFilter="0, 0; 0.125,0.2665; 0.25,0.4; 0.375,0.465; 0.5,0.5;  0.625,0.535; 0.75,0.6; 0.875,0.7335; 1,1">
                                          <p:stCondLst>
                                            <p:cond delay="1324"/>
                                          </p:stCondLst>
                                        </p:cTn>
                                        <p:tgtEl>
                                          <p:spTgt spid="3">
                                            <p:txEl>
                                              <p:pRg st="17" end="17"/>
                                            </p:txEl>
                                          </p:spTgt>
                                        </p:tgtEl>
                                        <p:attrNameLst>
                                          <p:attrName>ppt_y</p:attrName>
                                        </p:attrNameLst>
                                      </p:cBhvr>
                                      <p:tavLst>
                                        <p:tav tm="0" fmla="#ppt_y-sin(pi*$)/27">
                                          <p:val>
                                            <p:fltVal val="0"/>
                                          </p:val>
                                        </p:tav>
                                        <p:tav tm="100000">
                                          <p:val>
                                            <p:fltVal val="1"/>
                                          </p:val>
                                        </p:tav>
                                      </p:tavLst>
                                    </p:anim>
                                    <p:anim calcmode="lin" valueType="num">
                                      <p:cBhvr>
                                        <p:cTn id="92" dur="164" tmFilter="0, 0; 0.125,0.2665; 0.25,0.4; 0.375,0.465; 0.5,0.5;  0.625,0.535; 0.75,0.6; 0.875,0.7335; 1,1">
                                          <p:stCondLst>
                                            <p:cond delay="1656"/>
                                          </p:stCondLst>
                                        </p:cTn>
                                        <p:tgtEl>
                                          <p:spTgt spid="3">
                                            <p:txEl>
                                              <p:pRg st="17" end="17"/>
                                            </p:txEl>
                                          </p:spTgt>
                                        </p:tgtEl>
                                        <p:attrNameLst>
                                          <p:attrName>ppt_y</p:attrName>
                                        </p:attrNameLst>
                                      </p:cBhvr>
                                      <p:tavLst>
                                        <p:tav tm="0" fmla="#ppt_y-sin(pi*$)/81">
                                          <p:val>
                                            <p:fltVal val="0"/>
                                          </p:val>
                                        </p:tav>
                                        <p:tav tm="100000">
                                          <p:val>
                                            <p:fltVal val="1"/>
                                          </p:val>
                                        </p:tav>
                                      </p:tavLst>
                                    </p:anim>
                                    <p:animScale>
                                      <p:cBhvr>
                                        <p:cTn id="93" dur="26">
                                          <p:stCondLst>
                                            <p:cond delay="650"/>
                                          </p:stCondLst>
                                        </p:cTn>
                                        <p:tgtEl>
                                          <p:spTgt spid="3">
                                            <p:txEl>
                                              <p:pRg st="17" end="17"/>
                                            </p:txEl>
                                          </p:spTgt>
                                        </p:tgtEl>
                                      </p:cBhvr>
                                      <p:to x="100000" y="60000"/>
                                    </p:animScale>
                                    <p:animScale>
                                      <p:cBhvr>
                                        <p:cTn id="94" dur="166" decel="50000">
                                          <p:stCondLst>
                                            <p:cond delay="676"/>
                                          </p:stCondLst>
                                        </p:cTn>
                                        <p:tgtEl>
                                          <p:spTgt spid="3">
                                            <p:txEl>
                                              <p:pRg st="17" end="17"/>
                                            </p:txEl>
                                          </p:spTgt>
                                        </p:tgtEl>
                                      </p:cBhvr>
                                      <p:to x="100000" y="100000"/>
                                    </p:animScale>
                                    <p:animScale>
                                      <p:cBhvr>
                                        <p:cTn id="95" dur="26">
                                          <p:stCondLst>
                                            <p:cond delay="1312"/>
                                          </p:stCondLst>
                                        </p:cTn>
                                        <p:tgtEl>
                                          <p:spTgt spid="3">
                                            <p:txEl>
                                              <p:pRg st="17" end="17"/>
                                            </p:txEl>
                                          </p:spTgt>
                                        </p:tgtEl>
                                      </p:cBhvr>
                                      <p:to x="100000" y="80000"/>
                                    </p:animScale>
                                    <p:animScale>
                                      <p:cBhvr>
                                        <p:cTn id="96" dur="166" decel="50000">
                                          <p:stCondLst>
                                            <p:cond delay="1338"/>
                                          </p:stCondLst>
                                        </p:cTn>
                                        <p:tgtEl>
                                          <p:spTgt spid="3">
                                            <p:txEl>
                                              <p:pRg st="17" end="17"/>
                                            </p:txEl>
                                          </p:spTgt>
                                        </p:tgtEl>
                                      </p:cBhvr>
                                      <p:to x="100000" y="100000"/>
                                    </p:animScale>
                                    <p:animScale>
                                      <p:cBhvr>
                                        <p:cTn id="97" dur="26">
                                          <p:stCondLst>
                                            <p:cond delay="1642"/>
                                          </p:stCondLst>
                                        </p:cTn>
                                        <p:tgtEl>
                                          <p:spTgt spid="3">
                                            <p:txEl>
                                              <p:pRg st="17" end="17"/>
                                            </p:txEl>
                                          </p:spTgt>
                                        </p:tgtEl>
                                      </p:cBhvr>
                                      <p:to x="100000" y="90000"/>
                                    </p:animScale>
                                    <p:animScale>
                                      <p:cBhvr>
                                        <p:cTn id="98" dur="166" decel="50000">
                                          <p:stCondLst>
                                            <p:cond delay="1668"/>
                                          </p:stCondLst>
                                        </p:cTn>
                                        <p:tgtEl>
                                          <p:spTgt spid="3">
                                            <p:txEl>
                                              <p:pRg st="17" end="17"/>
                                            </p:txEl>
                                          </p:spTgt>
                                        </p:tgtEl>
                                      </p:cBhvr>
                                      <p:to x="100000" y="100000"/>
                                    </p:animScale>
                                    <p:animScale>
                                      <p:cBhvr>
                                        <p:cTn id="99" dur="26">
                                          <p:stCondLst>
                                            <p:cond delay="1808"/>
                                          </p:stCondLst>
                                        </p:cTn>
                                        <p:tgtEl>
                                          <p:spTgt spid="3">
                                            <p:txEl>
                                              <p:pRg st="17" end="17"/>
                                            </p:txEl>
                                          </p:spTgt>
                                        </p:tgtEl>
                                      </p:cBhvr>
                                      <p:to x="100000" y="95000"/>
                                    </p:animScale>
                                    <p:animScale>
                                      <p:cBhvr>
                                        <p:cTn id="100" dur="166" decel="50000">
                                          <p:stCondLst>
                                            <p:cond delay="1834"/>
                                          </p:stCondLst>
                                        </p:cTn>
                                        <p:tgtEl>
                                          <p:spTgt spid="3">
                                            <p:txEl>
                                              <p:pRg st="17" end="17"/>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EF7336-4589-8F25-B6B9-EBD302B117C3}"/>
              </a:ext>
            </a:extLst>
          </p:cNvPr>
          <p:cNvSpPr>
            <a:spLocks noGrp="1"/>
          </p:cNvSpPr>
          <p:nvPr>
            <p:ph idx="1"/>
          </p:nvPr>
        </p:nvSpPr>
        <p:spPr>
          <a:xfrm>
            <a:off x="0" y="95534"/>
            <a:ext cx="12192000" cy="6878472"/>
          </a:xfrm>
        </p:spPr>
        <p:txBody>
          <a:bodyPr/>
          <a:lstStyle/>
          <a:p>
            <a:pPr marL="0" indent="0" algn="ctr">
              <a:buNone/>
            </a:pPr>
            <a:r>
              <a:rPr lang="en-US" sz="3600" b="1" dirty="0">
                <a:latin typeface="Times New Roman" panose="02020603050405020304" pitchFamily="18" charset="0"/>
                <a:cs typeface="Times New Roman" panose="02020603050405020304" pitchFamily="18" charset="0"/>
              </a:rPr>
              <a:t>Part 5 – Sex is Holy, Meant for Marriage </a:t>
            </a:r>
          </a:p>
          <a:p>
            <a:pPr marL="0" indent="0">
              <a:buNone/>
            </a:pPr>
            <a:r>
              <a:rPr lang="en-US" dirty="0">
                <a:latin typeface="Times New Roman" panose="02020603050405020304" pitchFamily="18" charset="0"/>
                <a:cs typeface="Times New Roman" panose="02020603050405020304" pitchFamily="18" charset="0"/>
              </a:rPr>
              <a:t>Sex is not dirty—it’s holy. But it’s meant for marriage.</a:t>
            </a:r>
          </a:p>
          <a:p>
            <a:pPr marL="0" indent="0">
              <a:buNone/>
            </a:pPr>
            <a:r>
              <a:rPr lang="en-US" dirty="0">
                <a:latin typeface="Times New Roman" panose="02020603050405020304" pitchFamily="18" charset="0"/>
                <a:cs typeface="Times New Roman" panose="02020603050405020304" pitchFamily="18" charset="0"/>
              </a:rPr>
              <a:t>Outside marriage, sex can hurt:</a:t>
            </a:r>
          </a:p>
          <a:p>
            <a:pPr marL="0" indent="0">
              <a:buNone/>
            </a:pPr>
            <a:r>
              <a:rPr lang="en-US" dirty="0">
                <a:latin typeface="Times New Roman" panose="02020603050405020304" pitchFamily="18" charset="0"/>
                <a:cs typeface="Times New Roman" panose="02020603050405020304" pitchFamily="18" charset="0"/>
              </a:rPr>
              <a:t>•	Heartbreak.</a:t>
            </a:r>
          </a:p>
          <a:p>
            <a:pPr marL="0" indent="0">
              <a:buNone/>
            </a:pPr>
            <a:r>
              <a:rPr lang="en-US" dirty="0">
                <a:latin typeface="Times New Roman" panose="02020603050405020304" pitchFamily="18" charset="0"/>
                <a:cs typeface="Times New Roman" panose="02020603050405020304" pitchFamily="18" charset="0"/>
              </a:rPr>
              <a:t>•	Disease.</a:t>
            </a:r>
          </a:p>
          <a:p>
            <a:pPr marL="0" indent="0">
              <a:buNone/>
            </a:pPr>
            <a:r>
              <a:rPr lang="en-US" dirty="0">
                <a:latin typeface="Times New Roman" panose="02020603050405020304" pitchFamily="18" charset="0"/>
                <a:cs typeface="Times New Roman" panose="02020603050405020304" pitchFamily="18" charset="0"/>
              </a:rPr>
              <a:t>•	Broken trust.</a:t>
            </a:r>
          </a:p>
          <a:p>
            <a:pPr marL="0" indent="0">
              <a:buNone/>
            </a:pPr>
            <a:r>
              <a:rPr lang="en-US" sz="2400" b="1" dirty="0">
                <a:latin typeface="Times New Roman" panose="02020603050405020304" pitchFamily="18" charset="0"/>
                <a:cs typeface="Times New Roman" panose="02020603050405020304" pitchFamily="18" charset="0"/>
              </a:rPr>
              <a:t>Jesus: The Redeemer of the Body</a:t>
            </a:r>
          </a:p>
          <a:p>
            <a:pPr marL="0" indent="0">
              <a:buNone/>
            </a:pPr>
            <a:r>
              <a:rPr lang="en-US" dirty="0">
                <a:latin typeface="Times New Roman" panose="02020603050405020304" pitchFamily="18" charset="0"/>
                <a:cs typeface="Times New Roman" panose="02020603050405020304" pitchFamily="18" charset="0"/>
              </a:rPr>
              <a:t>Jesus came in a body, suffered in a body, and rose again in a body.</a:t>
            </a:r>
          </a:p>
          <a:p>
            <a:pPr marL="0" indent="0">
              <a:buNone/>
            </a:pPr>
            <a:r>
              <a:rPr lang="en-US" b="1" i="1" u="sng" dirty="0">
                <a:latin typeface="Times New Roman" panose="02020603050405020304" pitchFamily="18" charset="0"/>
                <a:cs typeface="Times New Roman" panose="02020603050405020304" pitchFamily="18" charset="0"/>
              </a:rPr>
              <a:t>“This is my body, given up for you.” – Luke 22:19</a:t>
            </a:r>
          </a:p>
          <a:p>
            <a:pPr marL="0" indent="0">
              <a:buNone/>
            </a:pPr>
            <a:r>
              <a:rPr lang="en-US" dirty="0">
                <a:latin typeface="Times New Roman" panose="02020603050405020304" pitchFamily="18" charset="0"/>
                <a:cs typeface="Times New Roman" panose="02020603050405020304" pitchFamily="18" charset="0"/>
              </a:rPr>
              <a:t>This shows:</a:t>
            </a:r>
          </a:p>
          <a:p>
            <a:r>
              <a:rPr lang="en-US" dirty="0">
                <a:latin typeface="Times New Roman" panose="02020603050405020304" pitchFamily="18" charset="0"/>
                <a:cs typeface="Times New Roman" panose="02020603050405020304" pitchFamily="18" charset="0"/>
              </a:rPr>
              <a:t>	The body is sacred, not disposable.</a:t>
            </a:r>
          </a:p>
          <a:p>
            <a:r>
              <a:rPr lang="en-US" dirty="0">
                <a:latin typeface="Times New Roman" panose="02020603050405020304" pitchFamily="18" charset="0"/>
                <a:cs typeface="Times New Roman" panose="02020603050405020304" pitchFamily="18" charset="0"/>
              </a:rPr>
              <a:t>	True love is sacrificial.</a:t>
            </a:r>
          </a:p>
          <a:p>
            <a:pPr marL="0" indent="0" algn="just">
              <a:buNone/>
            </a:pPr>
            <a:r>
              <a:rPr lang="en-US" dirty="0">
                <a:latin typeface="Times New Roman" panose="02020603050405020304" pitchFamily="18" charset="0"/>
                <a:cs typeface="Times New Roman" panose="02020603050405020304" pitchFamily="18" charset="0"/>
              </a:rPr>
              <a:t>Jesus restores our understanding of love, purity, and dignity. He teaches us chastity, forgiveness, and how to make a gift of ourselves to others.</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15770148"/>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2000"/>
                                        <p:tgtEl>
                                          <p:spTgt spid="3">
                                            <p:txEl>
                                              <p:pRg st="1" end="1"/>
                                            </p:txEl>
                                          </p:spTgt>
                                        </p:tgtEl>
                                      </p:cBhvr>
                                    </p:animEffect>
                                    <p:anim calcmode="lin" valueType="num">
                                      <p:cBhvr>
                                        <p:cTn id="26"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fade">
                                      <p:cBhvr>
                                        <p:cTn id="32" dur="1000"/>
                                        <p:tgtEl>
                                          <p:spTgt spid="3">
                                            <p:txEl>
                                              <p:pRg st="2" end="2"/>
                                            </p:txEl>
                                          </p:spTgt>
                                        </p:tgtEl>
                                      </p:cBhvr>
                                    </p:animEffect>
                                    <p:anim calcmode="lin" valueType="num">
                                      <p:cBhvr>
                                        <p:cTn id="3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4"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3">
                                            <p:txEl>
                                              <p:pRg st="3" end="3"/>
                                            </p:txEl>
                                          </p:spTgt>
                                        </p:tgtEl>
                                        <p:attrNameLst>
                                          <p:attrName>style.visibility</p:attrName>
                                        </p:attrNameLst>
                                      </p:cBhvr>
                                      <p:to>
                                        <p:strVal val="visible"/>
                                      </p:to>
                                    </p:set>
                                    <p:anim calcmode="lin" valueType="num">
                                      <p:cBhvr additive="base">
                                        <p:cTn id="3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3" end="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4" end="4"/>
                                            </p:txEl>
                                          </p:spTgt>
                                        </p:tgtEl>
                                        <p:attrNameLst>
                                          <p:attrName>style.visibility</p:attrName>
                                        </p:attrNameLst>
                                      </p:cBhvr>
                                      <p:to>
                                        <p:strVal val="visible"/>
                                      </p:to>
                                    </p:set>
                                    <p:anim calcmode="lin" valueType="num">
                                      <p:cBhvr additive="base">
                                        <p:cTn id="43"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4" end="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
                                            <p:txEl>
                                              <p:pRg st="5" end="5"/>
                                            </p:txEl>
                                          </p:spTgt>
                                        </p:tgtEl>
                                        <p:attrNameLst>
                                          <p:attrName>style.visibility</p:attrName>
                                        </p:attrNameLst>
                                      </p:cBhvr>
                                      <p:to>
                                        <p:strVal val="visible"/>
                                      </p:to>
                                    </p:set>
                                    <p:anim calcmode="lin" valueType="num">
                                      <p:cBhvr additive="base">
                                        <p:cTn id="4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nodeType="clickEffect">
                                  <p:stCondLst>
                                    <p:cond delay="0"/>
                                  </p:stCondLst>
                                  <p:childTnLst>
                                    <p:set>
                                      <p:cBhvr>
                                        <p:cTn id="52" dur="1" fill="hold">
                                          <p:stCondLst>
                                            <p:cond delay="0"/>
                                          </p:stCondLst>
                                        </p:cTn>
                                        <p:tgtEl>
                                          <p:spTgt spid="3">
                                            <p:txEl>
                                              <p:pRg st="6" end="6"/>
                                            </p:txEl>
                                          </p:spTgt>
                                        </p:tgtEl>
                                        <p:attrNameLst>
                                          <p:attrName>style.visibility</p:attrName>
                                        </p:attrNameLst>
                                      </p:cBhvr>
                                      <p:to>
                                        <p:strVal val="visible"/>
                                      </p:to>
                                    </p:set>
                                    <p:anim calcmode="lin" valueType="num">
                                      <p:cBhvr additive="base">
                                        <p:cTn id="5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 presetClass="entr" presetSubtype="4" fill="hold" nodeType="clickEffect">
                                  <p:stCondLst>
                                    <p:cond delay="0"/>
                                  </p:stCondLst>
                                  <p:childTnLst>
                                    <p:set>
                                      <p:cBhvr>
                                        <p:cTn id="58" dur="1" fill="hold">
                                          <p:stCondLst>
                                            <p:cond delay="0"/>
                                          </p:stCondLst>
                                        </p:cTn>
                                        <p:tgtEl>
                                          <p:spTgt spid="3">
                                            <p:txEl>
                                              <p:pRg st="7" end="7"/>
                                            </p:txEl>
                                          </p:spTgt>
                                        </p:tgtEl>
                                        <p:attrNameLst>
                                          <p:attrName>style.visibility</p:attrName>
                                        </p:attrNameLst>
                                      </p:cBhvr>
                                      <p:to>
                                        <p:strVal val="visible"/>
                                      </p:to>
                                    </p:set>
                                    <p:anim calcmode="lin" valueType="num">
                                      <p:cBhvr additive="base">
                                        <p:cTn id="5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61" fill="hold">
                      <p:stCondLst>
                        <p:cond delay="indefinite"/>
                      </p:stCondLst>
                      <p:childTnLst>
                        <p:par>
                          <p:cTn id="62" fill="hold">
                            <p:stCondLst>
                              <p:cond delay="0"/>
                            </p:stCondLst>
                            <p:childTnLst>
                              <p:par>
                                <p:cTn id="63" presetID="45" presetClass="entr" presetSubtype="0" fill="hold" nodeType="clickEffect">
                                  <p:stCondLst>
                                    <p:cond delay="0"/>
                                  </p:stCondLst>
                                  <p:childTnLst>
                                    <p:set>
                                      <p:cBhvr>
                                        <p:cTn id="64" dur="1" fill="hold">
                                          <p:stCondLst>
                                            <p:cond delay="0"/>
                                          </p:stCondLst>
                                        </p:cTn>
                                        <p:tgtEl>
                                          <p:spTgt spid="3">
                                            <p:txEl>
                                              <p:pRg st="8" end="8"/>
                                            </p:txEl>
                                          </p:spTgt>
                                        </p:tgtEl>
                                        <p:attrNameLst>
                                          <p:attrName>style.visibility</p:attrName>
                                        </p:attrNameLst>
                                      </p:cBhvr>
                                      <p:to>
                                        <p:strVal val="visible"/>
                                      </p:to>
                                    </p:set>
                                    <p:animEffect transition="in" filter="fade">
                                      <p:cBhvr>
                                        <p:cTn id="65" dur="2000"/>
                                        <p:tgtEl>
                                          <p:spTgt spid="3">
                                            <p:txEl>
                                              <p:pRg st="8" end="8"/>
                                            </p:txEl>
                                          </p:spTgt>
                                        </p:tgtEl>
                                      </p:cBhvr>
                                    </p:animEffect>
                                    <p:anim calcmode="lin" valueType="num">
                                      <p:cBhvr>
                                        <p:cTn id="66" dur="2000" fill="hold"/>
                                        <p:tgtEl>
                                          <p:spTgt spid="3">
                                            <p:txEl>
                                              <p:pRg st="8" end="8"/>
                                            </p:txEl>
                                          </p:spTgt>
                                        </p:tgtEl>
                                        <p:attrNameLst>
                                          <p:attrName>ppt_w</p:attrName>
                                        </p:attrNameLst>
                                      </p:cBhvr>
                                      <p:tavLst>
                                        <p:tav tm="0" fmla="#ppt_w*sin(2.5*pi*$)">
                                          <p:val>
                                            <p:fltVal val="0"/>
                                          </p:val>
                                        </p:tav>
                                        <p:tav tm="100000">
                                          <p:val>
                                            <p:fltVal val="1"/>
                                          </p:val>
                                        </p:tav>
                                      </p:tavLst>
                                    </p:anim>
                                    <p:anim calcmode="lin" valueType="num">
                                      <p:cBhvr>
                                        <p:cTn id="67" dur="2000" fill="hold"/>
                                        <p:tgtEl>
                                          <p:spTgt spid="3">
                                            <p:txEl>
                                              <p:pRg st="8" end="8"/>
                                            </p:txEl>
                                          </p:spTgt>
                                        </p:tgtEl>
                                        <p:attrNameLst>
                                          <p:attrName>ppt_h</p:attrName>
                                        </p:attrNameLst>
                                      </p:cBhvr>
                                      <p:tavLst>
                                        <p:tav tm="0">
                                          <p:val>
                                            <p:strVal val="#ppt_h"/>
                                          </p:val>
                                        </p:tav>
                                        <p:tav tm="100000">
                                          <p:val>
                                            <p:strVal val="#ppt_h"/>
                                          </p:val>
                                        </p:tav>
                                      </p:tavLst>
                                    </p:anim>
                                  </p:childTnLst>
                                </p:cTn>
                              </p:par>
                            </p:childTnLst>
                          </p:cTn>
                        </p:par>
                      </p:childTnLst>
                    </p:cTn>
                  </p:par>
                  <p:par>
                    <p:cTn id="68" fill="hold">
                      <p:stCondLst>
                        <p:cond delay="indefinite"/>
                      </p:stCondLst>
                      <p:childTnLst>
                        <p:par>
                          <p:cTn id="69" fill="hold">
                            <p:stCondLst>
                              <p:cond delay="0"/>
                            </p:stCondLst>
                            <p:childTnLst>
                              <p:par>
                                <p:cTn id="70" presetID="55" presetClass="entr" presetSubtype="0" fill="hold" nodeType="clickEffect">
                                  <p:stCondLst>
                                    <p:cond delay="0"/>
                                  </p:stCondLst>
                                  <p:childTnLst>
                                    <p:set>
                                      <p:cBhvr>
                                        <p:cTn id="71" dur="1" fill="hold">
                                          <p:stCondLst>
                                            <p:cond delay="0"/>
                                          </p:stCondLst>
                                        </p:cTn>
                                        <p:tgtEl>
                                          <p:spTgt spid="3">
                                            <p:txEl>
                                              <p:pRg st="9" end="9"/>
                                            </p:txEl>
                                          </p:spTgt>
                                        </p:tgtEl>
                                        <p:attrNameLst>
                                          <p:attrName>style.visibility</p:attrName>
                                        </p:attrNameLst>
                                      </p:cBhvr>
                                      <p:to>
                                        <p:strVal val="visible"/>
                                      </p:to>
                                    </p:set>
                                    <p:anim calcmode="lin" valueType="num">
                                      <p:cBhvr>
                                        <p:cTn id="72" dur="1000" fill="hold"/>
                                        <p:tgtEl>
                                          <p:spTgt spid="3">
                                            <p:txEl>
                                              <p:pRg st="9" end="9"/>
                                            </p:txEl>
                                          </p:spTgt>
                                        </p:tgtEl>
                                        <p:attrNameLst>
                                          <p:attrName>ppt_w</p:attrName>
                                        </p:attrNameLst>
                                      </p:cBhvr>
                                      <p:tavLst>
                                        <p:tav tm="0">
                                          <p:val>
                                            <p:strVal val="#ppt_w*0.70"/>
                                          </p:val>
                                        </p:tav>
                                        <p:tav tm="100000">
                                          <p:val>
                                            <p:strVal val="#ppt_w"/>
                                          </p:val>
                                        </p:tav>
                                      </p:tavLst>
                                    </p:anim>
                                    <p:anim calcmode="lin" valueType="num">
                                      <p:cBhvr>
                                        <p:cTn id="73" dur="1000" fill="hold"/>
                                        <p:tgtEl>
                                          <p:spTgt spid="3">
                                            <p:txEl>
                                              <p:pRg st="9" end="9"/>
                                            </p:txEl>
                                          </p:spTgt>
                                        </p:tgtEl>
                                        <p:attrNameLst>
                                          <p:attrName>ppt_h</p:attrName>
                                        </p:attrNameLst>
                                      </p:cBhvr>
                                      <p:tavLst>
                                        <p:tav tm="0">
                                          <p:val>
                                            <p:strVal val="#ppt_h"/>
                                          </p:val>
                                        </p:tav>
                                        <p:tav tm="100000">
                                          <p:val>
                                            <p:strVal val="#ppt_h"/>
                                          </p:val>
                                        </p:tav>
                                      </p:tavLst>
                                    </p:anim>
                                    <p:animEffect transition="in" filter="fade">
                                      <p:cBhvr>
                                        <p:cTn id="74" dur="1000"/>
                                        <p:tgtEl>
                                          <p:spTgt spid="3">
                                            <p:txEl>
                                              <p:pRg st="9" end="9"/>
                                            </p:txEl>
                                          </p:spTgt>
                                        </p:tgtEl>
                                      </p:cBhvr>
                                    </p:animEffect>
                                  </p:childTnLst>
                                </p:cTn>
                              </p:par>
                            </p:childTnLst>
                          </p:cTn>
                        </p:par>
                      </p:childTnLst>
                    </p:cTn>
                  </p:par>
                  <p:par>
                    <p:cTn id="75" fill="hold">
                      <p:stCondLst>
                        <p:cond delay="indefinite"/>
                      </p:stCondLst>
                      <p:childTnLst>
                        <p:par>
                          <p:cTn id="76" fill="hold">
                            <p:stCondLst>
                              <p:cond delay="0"/>
                            </p:stCondLst>
                            <p:childTnLst>
                              <p:par>
                                <p:cTn id="77" presetID="50" presetClass="entr" presetSubtype="0" decel="100000" fill="hold" nodeType="clickEffect">
                                  <p:stCondLst>
                                    <p:cond delay="0"/>
                                  </p:stCondLst>
                                  <p:childTnLst>
                                    <p:set>
                                      <p:cBhvr>
                                        <p:cTn id="78" dur="1" fill="hold">
                                          <p:stCondLst>
                                            <p:cond delay="0"/>
                                          </p:stCondLst>
                                        </p:cTn>
                                        <p:tgtEl>
                                          <p:spTgt spid="3">
                                            <p:txEl>
                                              <p:pRg st="10" end="10"/>
                                            </p:txEl>
                                          </p:spTgt>
                                        </p:tgtEl>
                                        <p:attrNameLst>
                                          <p:attrName>style.visibility</p:attrName>
                                        </p:attrNameLst>
                                      </p:cBhvr>
                                      <p:to>
                                        <p:strVal val="visible"/>
                                      </p:to>
                                    </p:set>
                                    <p:anim calcmode="lin" valueType="num">
                                      <p:cBhvr>
                                        <p:cTn id="79" dur="1000" fill="hold"/>
                                        <p:tgtEl>
                                          <p:spTgt spid="3">
                                            <p:txEl>
                                              <p:pRg st="10" end="10"/>
                                            </p:txEl>
                                          </p:spTgt>
                                        </p:tgtEl>
                                        <p:attrNameLst>
                                          <p:attrName>ppt_w</p:attrName>
                                        </p:attrNameLst>
                                      </p:cBhvr>
                                      <p:tavLst>
                                        <p:tav tm="0">
                                          <p:val>
                                            <p:strVal val="#ppt_w+.3"/>
                                          </p:val>
                                        </p:tav>
                                        <p:tav tm="100000">
                                          <p:val>
                                            <p:strVal val="#ppt_w"/>
                                          </p:val>
                                        </p:tav>
                                      </p:tavLst>
                                    </p:anim>
                                    <p:anim calcmode="lin" valueType="num">
                                      <p:cBhvr>
                                        <p:cTn id="80" dur="1000" fill="hold"/>
                                        <p:tgtEl>
                                          <p:spTgt spid="3">
                                            <p:txEl>
                                              <p:pRg st="10" end="10"/>
                                            </p:txEl>
                                          </p:spTgt>
                                        </p:tgtEl>
                                        <p:attrNameLst>
                                          <p:attrName>ppt_h</p:attrName>
                                        </p:attrNameLst>
                                      </p:cBhvr>
                                      <p:tavLst>
                                        <p:tav tm="0">
                                          <p:val>
                                            <p:strVal val="#ppt_h"/>
                                          </p:val>
                                        </p:tav>
                                        <p:tav tm="100000">
                                          <p:val>
                                            <p:strVal val="#ppt_h"/>
                                          </p:val>
                                        </p:tav>
                                      </p:tavLst>
                                    </p:anim>
                                    <p:animEffect transition="in" filter="fade">
                                      <p:cBhvr>
                                        <p:cTn id="81" dur="1000"/>
                                        <p:tgtEl>
                                          <p:spTgt spid="3">
                                            <p:txEl>
                                              <p:pRg st="10" end="10"/>
                                            </p:txEl>
                                          </p:spTgt>
                                        </p:tgtEl>
                                      </p:cBhvr>
                                    </p:animEffect>
                                  </p:childTnLst>
                                </p:cTn>
                              </p:par>
                              <p:par>
                                <p:cTn id="82" presetID="50" presetClass="entr" presetSubtype="0" decel="100000" fill="hold" nodeType="withEffect">
                                  <p:stCondLst>
                                    <p:cond delay="0"/>
                                  </p:stCondLst>
                                  <p:childTnLst>
                                    <p:set>
                                      <p:cBhvr>
                                        <p:cTn id="83" dur="1" fill="hold">
                                          <p:stCondLst>
                                            <p:cond delay="0"/>
                                          </p:stCondLst>
                                        </p:cTn>
                                        <p:tgtEl>
                                          <p:spTgt spid="3">
                                            <p:txEl>
                                              <p:pRg st="11" end="11"/>
                                            </p:txEl>
                                          </p:spTgt>
                                        </p:tgtEl>
                                        <p:attrNameLst>
                                          <p:attrName>style.visibility</p:attrName>
                                        </p:attrNameLst>
                                      </p:cBhvr>
                                      <p:to>
                                        <p:strVal val="visible"/>
                                      </p:to>
                                    </p:set>
                                    <p:anim calcmode="lin" valueType="num">
                                      <p:cBhvr>
                                        <p:cTn id="84" dur="1000" fill="hold"/>
                                        <p:tgtEl>
                                          <p:spTgt spid="3">
                                            <p:txEl>
                                              <p:pRg st="11" end="11"/>
                                            </p:txEl>
                                          </p:spTgt>
                                        </p:tgtEl>
                                        <p:attrNameLst>
                                          <p:attrName>ppt_w</p:attrName>
                                        </p:attrNameLst>
                                      </p:cBhvr>
                                      <p:tavLst>
                                        <p:tav tm="0">
                                          <p:val>
                                            <p:strVal val="#ppt_w+.3"/>
                                          </p:val>
                                        </p:tav>
                                        <p:tav tm="100000">
                                          <p:val>
                                            <p:strVal val="#ppt_w"/>
                                          </p:val>
                                        </p:tav>
                                      </p:tavLst>
                                    </p:anim>
                                    <p:anim calcmode="lin" valueType="num">
                                      <p:cBhvr>
                                        <p:cTn id="85" dur="1000" fill="hold"/>
                                        <p:tgtEl>
                                          <p:spTgt spid="3">
                                            <p:txEl>
                                              <p:pRg st="11" end="11"/>
                                            </p:txEl>
                                          </p:spTgt>
                                        </p:tgtEl>
                                        <p:attrNameLst>
                                          <p:attrName>ppt_h</p:attrName>
                                        </p:attrNameLst>
                                      </p:cBhvr>
                                      <p:tavLst>
                                        <p:tav tm="0">
                                          <p:val>
                                            <p:strVal val="#ppt_h"/>
                                          </p:val>
                                        </p:tav>
                                        <p:tav tm="100000">
                                          <p:val>
                                            <p:strVal val="#ppt_h"/>
                                          </p:val>
                                        </p:tav>
                                      </p:tavLst>
                                    </p:anim>
                                    <p:animEffect transition="in" filter="fade">
                                      <p:cBhvr>
                                        <p:cTn id="86" dur="1000"/>
                                        <p:tgtEl>
                                          <p:spTgt spid="3">
                                            <p:txEl>
                                              <p:pRg st="11" end="11"/>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23" presetClass="entr" presetSubtype="16" fill="hold" nodeType="clickEffect">
                                  <p:stCondLst>
                                    <p:cond delay="0"/>
                                  </p:stCondLst>
                                  <p:childTnLst>
                                    <p:set>
                                      <p:cBhvr>
                                        <p:cTn id="90" dur="1" fill="hold">
                                          <p:stCondLst>
                                            <p:cond delay="0"/>
                                          </p:stCondLst>
                                        </p:cTn>
                                        <p:tgtEl>
                                          <p:spTgt spid="3">
                                            <p:txEl>
                                              <p:pRg st="12" end="12"/>
                                            </p:txEl>
                                          </p:spTgt>
                                        </p:tgtEl>
                                        <p:attrNameLst>
                                          <p:attrName>style.visibility</p:attrName>
                                        </p:attrNameLst>
                                      </p:cBhvr>
                                      <p:to>
                                        <p:strVal val="visible"/>
                                      </p:to>
                                    </p:set>
                                    <p:anim calcmode="lin" valueType="num">
                                      <p:cBhvr>
                                        <p:cTn id="91" dur="500" fill="hold"/>
                                        <p:tgtEl>
                                          <p:spTgt spid="3">
                                            <p:txEl>
                                              <p:pRg st="12" end="12"/>
                                            </p:txEl>
                                          </p:spTgt>
                                        </p:tgtEl>
                                        <p:attrNameLst>
                                          <p:attrName>ppt_w</p:attrName>
                                        </p:attrNameLst>
                                      </p:cBhvr>
                                      <p:tavLst>
                                        <p:tav tm="0">
                                          <p:val>
                                            <p:fltVal val="0"/>
                                          </p:val>
                                        </p:tav>
                                        <p:tav tm="100000">
                                          <p:val>
                                            <p:strVal val="#ppt_w"/>
                                          </p:val>
                                        </p:tav>
                                      </p:tavLst>
                                    </p:anim>
                                    <p:anim calcmode="lin" valueType="num">
                                      <p:cBhvr>
                                        <p:cTn id="92" dur="500" fill="hold"/>
                                        <p:tgtEl>
                                          <p:spTgt spid="3">
                                            <p:txEl>
                                              <p:pRg st="12" end="12"/>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1B21B5D-1BEA-2791-C45C-D3E40B7BD96B}"/>
              </a:ext>
            </a:extLst>
          </p:cNvPr>
          <p:cNvSpPr>
            <a:spLocks noGrp="1"/>
          </p:cNvSpPr>
          <p:nvPr>
            <p:ph idx="1"/>
          </p:nvPr>
        </p:nvSpPr>
        <p:spPr>
          <a:xfrm>
            <a:off x="0" y="0"/>
            <a:ext cx="12192000" cy="6960358"/>
          </a:xfrm>
        </p:spPr>
        <p:txBody>
          <a:bodyPr>
            <a:normAutofit/>
          </a:bodyPr>
          <a:lstStyle/>
          <a:p>
            <a:pPr marL="0" indent="0" algn="ctr">
              <a:buNone/>
            </a:pPr>
            <a:r>
              <a:rPr lang="en-US" sz="3200" b="1" dirty="0">
                <a:latin typeface="Times New Roman" panose="02020603050405020304" pitchFamily="18" charset="0"/>
                <a:cs typeface="Times New Roman" panose="02020603050405020304" pitchFamily="18" charset="0"/>
              </a:rPr>
              <a:t>Part 6 – Purity is Possible Even After Mistakes  </a:t>
            </a:r>
          </a:p>
          <a:p>
            <a:pPr marL="0" indent="0" algn="just">
              <a:buNone/>
            </a:pPr>
            <a:r>
              <a:rPr lang="en-US" dirty="0">
                <a:latin typeface="Times New Roman" panose="02020603050405020304" pitchFamily="18" charset="0"/>
                <a:cs typeface="Times New Roman" panose="02020603050405020304" pitchFamily="18" charset="0"/>
              </a:rPr>
              <a:t>We all fall sometimes. Nobody is perfect.</a:t>
            </a:r>
          </a:p>
          <a:p>
            <a:pPr marL="0" indent="0" algn="just">
              <a:buNone/>
            </a:pPr>
            <a:r>
              <a:rPr lang="en-US" dirty="0">
                <a:latin typeface="Times New Roman" panose="02020603050405020304" pitchFamily="18" charset="0"/>
                <a:cs typeface="Times New Roman" panose="02020603050405020304" pitchFamily="18" charset="0"/>
              </a:rPr>
              <a:t>The Church teaches mercy:</a:t>
            </a:r>
          </a:p>
          <a:p>
            <a:pPr marL="0" indent="0" algn="just">
              <a:buNone/>
            </a:pPr>
            <a:r>
              <a:rPr lang="en-US" dirty="0">
                <a:latin typeface="Times New Roman" panose="02020603050405020304" pitchFamily="18" charset="0"/>
                <a:cs typeface="Times New Roman" panose="02020603050405020304" pitchFamily="18" charset="0"/>
              </a:rPr>
              <a:t>Confession cleans your soul.</a:t>
            </a:r>
          </a:p>
          <a:p>
            <a:pPr marL="0" indent="0" algn="just">
              <a:buNone/>
            </a:pPr>
            <a:r>
              <a:rPr lang="en-US" dirty="0">
                <a:latin typeface="Times New Roman" panose="02020603050405020304" pitchFamily="18" charset="0"/>
                <a:cs typeface="Times New Roman" panose="02020603050405020304" pitchFamily="18" charset="0"/>
              </a:rPr>
              <a:t>You can start again.</a:t>
            </a:r>
          </a:p>
          <a:p>
            <a:pPr marL="0" indent="0" algn="just">
              <a:buNone/>
            </a:pPr>
            <a:r>
              <a:rPr lang="en-US" sz="3200" b="1" dirty="0">
                <a:latin typeface="Times New Roman" panose="02020603050405020304" pitchFamily="18" charset="0"/>
                <a:cs typeface="Times New Roman" panose="02020603050405020304" pitchFamily="18" charset="0"/>
              </a:rPr>
              <a:t>Chastity: Real Freedom, Not Repression</a:t>
            </a:r>
            <a:endParaRPr lang="en-NG" sz="3200" b="1"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Chastity is not “just saying no.” It’s saying “yes” to real love.</a:t>
            </a:r>
            <a:endParaRPr lang="en-NG"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TOB and Church teaching say chastity means:</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Respecting your body and others’ bodies</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Not using others for pleasure</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Living sexual love according to your state in life</a:t>
            </a:r>
            <a:endParaRPr lang="en-NG"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It’s like keeping clean water. You protect it because it gives life. Lust is like polluted water—it destroys.</a:t>
            </a: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33921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allOve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heel(1)">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heel(1)">
                                      <p:cBhvr>
                                        <p:cTn id="12" dur="20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heel(1)">
                                      <p:cBhvr>
                                        <p:cTn id="17" dur="20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heel(1)">
                                      <p:cBhvr>
                                        <p:cTn id="22" dur="20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1"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wheel(1)">
                                      <p:cBhvr>
                                        <p:cTn id="27" dur="20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1" presetClass="entr" presetSubtype="1"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wheel(1)">
                                      <p:cBhvr>
                                        <p:cTn id="32" dur="20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blinds(horizontal)">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dissolve">
                                      <p:cBhvr>
                                        <p:cTn id="49" dur="500"/>
                                        <p:tgtEl>
                                          <p:spTgt spid="3">
                                            <p:txEl>
                                              <p:pRg st="8" end="8"/>
                                            </p:txEl>
                                          </p:spTgt>
                                        </p:tgtEl>
                                      </p:cBhvr>
                                    </p:animEffect>
                                  </p:childTnLst>
                                </p:cTn>
                              </p:par>
                            </p:childTnLst>
                          </p:cTn>
                        </p:par>
                      </p:childTnLst>
                    </p:cTn>
                  </p:par>
                  <p:par>
                    <p:cTn id="50" fill="hold">
                      <p:stCondLst>
                        <p:cond delay="indefinite"/>
                      </p:stCondLst>
                      <p:childTnLst>
                        <p:par>
                          <p:cTn id="51" fill="hold">
                            <p:stCondLst>
                              <p:cond delay="0"/>
                            </p:stCondLst>
                            <p:childTnLst>
                              <p:par>
                                <p:cTn id="52" presetID="43" presetClass="entr" presetSubtype="0" fill="hold" nodeType="clickEffect">
                                  <p:stCondLst>
                                    <p:cond delay="0"/>
                                  </p:stCondLst>
                                  <p:childTnLst>
                                    <p:set>
                                      <p:cBhvr>
                                        <p:cTn id="53" dur="1" fill="hold">
                                          <p:stCondLst>
                                            <p:cond delay="0"/>
                                          </p:stCondLst>
                                        </p:cTn>
                                        <p:tgtEl>
                                          <p:spTgt spid="3">
                                            <p:txEl>
                                              <p:pRg st="9" end="9"/>
                                            </p:txEl>
                                          </p:spTgt>
                                        </p:tgtEl>
                                        <p:attrNameLst>
                                          <p:attrName>style.visibility</p:attrName>
                                        </p:attrNameLst>
                                      </p:cBhvr>
                                      <p:to>
                                        <p:strVal val="visible"/>
                                      </p:to>
                                    </p:set>
                                    <p:animEffect transition="in" filter="fade">
                                      <p:cBhvr>
                                        <p:cTn id="54" dur="100"/>
                                        <p:tgtEl>
                                          <p:spTgt spid="3">
                                            <p:txEl>
                                              <p:pRg st="9" end="9"/>
                                            </p:txEl>
                                          </p:spTgt>
                                        </p:tgtEl>
                                      </p:cBhvr>
                                    </p:animEffect>
                                    <p:anim calcmode="lin" valueType="num">
                                      <p:cBhvr>
                                        <p:cTn id="55" dur="4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6" dur="400" fill="hold"/>
                                        <p:tgtEl>
                                          <p:spTgt spid="3">
                                            <p:txEl>
                                              <p:pRg st="9" end="9"/>
                                            </p:txEl>
                                          </p:spTgt>
                                        </p:tgtEl>
                                        <p:attrNameLst>
                                          <p:attrName>ppt_y</p:attrName>
                                        </p:attrNameLst>
                                      </p:cBhvr>
                                      <p:tavLst>
                                        <p:tav tm="0">
                                          <p:val>
                                            <p:strVal val="#ppt_y+0.31"/>
                                          </p:val>
                                        </p:tav>
                                        <p:tav tm="100000">
                                          <p:val>
                                            <p:strVal val="#ppt_y+0.31"/>
                                          </p:val>
                                        </p:tav>
                                      </p:tavLst>
                                    </p:anim>
                                    <p:anim calcmode="lin" valueType="num">
                                      <p:cBhvr>
                                        <p:cTn id="57" dur="600" decel="50000" fill="hold">
                                          <p:stCondLst>
                                            <p:cond delay="400"/>
                                          </p:stCondLst>
                                        </p:cTn>
                                        <p:tgtEl>
                                          <p:spTgt spid="3">
                                            <p:txEl>
                                              <p:pRg st="9" end="9"/>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58" dur="600" decel="50000" fill="hold">
                                          <p:stCondLst>
                                            <p:cond delay="400"/>
                                          </p:stCondLst>
                                        </p:cTn>
                                        <p:tgtEl>
                                          <p:spTgt spid="3">
                                            <p:txEl>
                                              <p:pRg st="9" end="9"/>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14" presetClass="entr" presetSubtype="10" fill="hold" nodeType="clickEffect">
                                  <p:stCondLst>
                                    <p:cond delay="0"/>
                                  </p:stCondLst>
                                  <p:childTnLst>
                                    <p:set>
                                      <p:cBhvr>
                                        <p:cTn id="62" dur="1" fill="hold">
                                          <p:stCondLst>
                                            <p:cond delay="0"/>
                                          </p:stCondLst>
                                        </p:cTn>
                                        <p:tgtEl>
                                          <p:spTgt spid="3">
                                            <p:txEl>
                                              <p:pRg st="10" end="10"/>
                                            </p:txEl>
                                          </p:spTgt>
                                        </p:tgtEl>
                                        <p:attrNameLst>
                                          <p:attrName>style.visibility</p:attrName>
                                        </p:attrNameLst>
                                      </p:cBhvr>
                                      <p:to>
                                        <p:strVal val="visible"/>
                                      </p:to>
                                    </p:set>
                                    <p:animEffect transition="in" filter="randombar(horizontal)">
                                      <p:cBhvr>
                                        <p:cTn id="63" dur="500"/>
                                        <p:tgtEl>
                                          <p:spTgt spid="3">
                                            <p:txEl>
                                              <p:pRg st="10" end="10"/>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45" presetClass="entr" presetSubtype="0" fill="hold" nodeType="clickEffect">
                                  <p:stCondLst>
                                    <p:cond delay="0"/>
                                  </p:stCondLst>
                                  <p:childTnLst>
                                    <p:set>
                                      <p:cBhvr>
                                        <p:cTn id="67" dur="1" fill="hold">
                                          <p:stCondLst>
                                            <p:cond delay="0"/>
                                          </p:stCondLst>
                                        </p:cTn>
                                        <p:tgtEl>
                                          <p:spTgt spid="3">
                                            <p:txEl>
                                              <p:pRg st="11" end="11"/>
                                            </p:txEl>
                                          </p:spTgt>
                                        </p:tgtEl>
                                        <p:attrNameLst>
                                          <p:attrName>style.visibility</p:attrName>
                                        </p:attrNameLst>
                                      </p:cBhvr>
                                      <p:to>
                                        <p:strVal val="visible"/>
                                      </p:to>
                                    </p:set>
                                    <p:animEffect transition="in" filter="fade">
                                      <p:cBhvr>
                                        <p:cTn id="68" dur="2000"/>
                                        <p:tgtEl>
                                          <p:spTgt spid="3">
                                            <p:txEl>
                                              <p:pRg st="11" end="11"/>
                                            </p:txEl>
                                          </p:spTgt>
                                        </p:tgtEl>
                                      </p:cBhvr>
                                    </p:animEffect>
                                    <p:anim calcmode="lin" valueType="num">
                                      <p:cBhvr>
                                        <p:cTn id="69" dur="2000" fill="hold"/>
                                        <p:tgtEl>
                                          <p:spTgt spid="3">
                                            <p:txEl>
                                              <p:pRg st="11" end="11"/>
                                            </p:txEl>
                                          </p:spTgt>
                                        </p:tgtEl>
                                        <p:attrNameLst>
                                          <p:attrName>ppt_w</p:attrName>
                                        </p:attrNameLst>
                                      </p:cBhvr>
                                      <p:tavLst>
                                        <p:tav tm="0" fmla="#ppt_w*sin(2.5*pi*$)">
                                          <p:val>
                                            <p:fltVal val="0"/>
                                          </p:val>
                                        </p:tav>
                                        <p:tav tm="100000">
                                          <p:val>
                                            <p:fltVal val="1"/>
                                          </p:val>
                                        </p:tav>
                                      </p:tavLst>
                                    </p:anim>
                                    <p:anim calcmode="lin" valueType="num">
                                      <p:cBhvr>
                                        <p:cTn id="70" dur="2000" fill="hold"/>
                                        <p:tgtEl>
                                          <p:spTgt spid="3">
                                            <p:txEl>
                                              <p:pRg st="11" end="11"/>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2EBCD-E6C6-697E-2050-111A641C4543}"/>
              </a:ext>
            </a:extLst>
          </p:cNvPr>
          <p:cNvSpPr>
            <a:spLocks noGrp="1"/>
          </p:cNvSpPr>
          <p:nvPr>
            <p:ph idx="1"/>
          </p:nvPr>
        </p:nvSpPr>
        <p:spPr>
          <a:xfrm>
            <a:off x="0" y="0"/>
            <a:ext cx="12192000" cy="6858000"/>
          </a:xfrm>
        </p:spPr>
        <p:txBody>
          <a:bodyPr/>
          <a:lstStyle/>
          <a:p>
            <a:pPr marL="0" indent="0">
              <a:buNone/>
            </a:pPr>
            <a:r>
              <a:rPr lang="en-US" sz="3600" b="1" dirty="0">
                <a:latin typeface="Times New Roman" panose="02020603050405020304" pitchFamily="18" charset="0"/>
                <a:cs typeface="Times New Roman" panose="02020603050405020304" pitchFamily="18" charset="0"/>
              </a:rPr>
              <a:t>Part 7 – Culture and Theology of the Body </a:t>
            </a:r>
          </a:p>
          <a:p>
            <a:pPr marL="0" indent="0">
              <a:buNone/>
            </a:pPr>
            <a:r>
              <a:rPr lang="en-US" sz="3200" dirty="0">
                <a:latin typeface="Times New Roman" panose="02020603050405020304" pitchFamily="18" charset="0"/>
                <a:cs typeface="Times New Roman" panose="02020603050405020304" pitchFamily="18" charset="0"/>
              </a:rPr>
              <a:t>Kiriwina culture values:</a:t>
            </a:r>
          </a:p>
          <a:p>
            <a:pPr marL="0" indent="0">
              <a:buNone/>
            </a:pPr>
            <a:r>
              <a:rPr lang="en-US" sz="3200" dirty="0">
                <a:latin typeface="Times New Roman" panose="02020603050405020304" pitchFamily="18" charset="0"/>
                <a:cs typeface="Times New Roman" panose="02020603050405020304" pitchFamily="18" charset="0"/>
              </a:rPr>
              <a:t>•	Modesty.</a:t>
            </a:r>
          </a:p>
          <a:p>
            <a:pPr marL="0" indent="0">
              <a:buNone/>
            </a:pPr>
            <a:r>
              <a:rPr lang="en-US" sz="3200" dirty="0">
                <a:latin typeface="Times New Roman" panose="02020603050405020304" pitchFamily="18" charset="0"/>
                <a:cs typeface="Times New Roman" panose="02020603050405020304" pitchFamily="18" charset="0"/>
              </a:rPr>
              <a:t>•	Respect.</a:t>
            </a:r>
          </a:p>
          <a:p>
            <a:pPr marL="0" indent="0">
              <a:buNone/>
            </a:pPr>
            <a:r>
              <a:rPr lang="en-US" sz="3200" dirty="0">
                <a:latin typeface="Times New Roman" panose="02020603050405020304" pitchFamily="18" charset="0"/>
                <a:cs typeface="Times New Roman" panose="02020603050405020304" pitchFamily="18" charset="0"/>
              </a:rPr>
              <a:t>•	Family unity.</a:t>
            </a:r>
          </a:p>
          <a:p>
            <a:pPr marL="0" indent="0">
              <a:buNone/>
            </a:pPr>
            <a:r>
              <a:rPr lang="en-US" sz="3200" dirty="0">
                <a:latin typeface="Times New Roman" panose="02020603050405020304" pitchFamily="18" charset="0"/>
                <a:cs typeface="Times New Roman" panose="02020603050405020304" pitchFamily="18" charset="0"/>
              </a:rPr>
              <a:t>•	Proper roles for men and women.</a:t>
            </a:r>
          </a:p>
          <a:p>
            <a:pPr marL="0" indent="0">
              <a:buNone/>
            </a:pPr>
            <a:r>
              <a:rPr lang="en-US" sz="3200" dirty="0">
                <a:latin typeface="Times New Roman" panose="02020603050405020304" pitchFamily="18" charset="0"/>
                <a:cs typeface="Times New Roman" panose="02020603050405020304" pitchFamily="18" charset="0"/>
              </a:rPr>
              <a:t>Theology of the Body fits perfectly:</a:t>
            </a:r>
          </a:p>
          <a:p>
            <a:pPr marL="0" indent="0">
              <a:buNone/>
            </a:pPr>
            <a:r>
              <a:rPr lang="en-US" sz="3200" dirty="0">
                <a:latin typeface="Times New Roman" panose="02020603050405020304" pitchFamily="18" charset="0"/>
                <a:cs typeface="Times New Roman" panose="02020603050405020304" pitchFamily="18" charset="0"/>
              </a:rPr>
              <a:t>•	Respect elders → respect bodies.</a:t>
            </a:r>
          </a:p>
          <a:p>
            <a:pPr marL="0" indent="0">
              <a:buNone/>
            </a:pPr>
            <a:r>
              <a:rPr lang="en-US" sz="3200" dirty="0">
                <a:latin typeface="Times New Roman" panose="02020603050405020304" pitchFamily="18" charset="0"/>
                <a:cs typeface="Times New Roman" panose="02020603050405020304" pitchFamily="18" charset="0"/>
              </a:rPr>
              <a:t>•	Keep dances and customs holy → keep sex holy.</a:t>
            </a:r>
          </a:p>
          <a:p>
            <a:pPr marL="0" indent="0">
              <a:buNone/>
            </a:pPr>
            <a:r>
              <a:rPr lang="en-US" sz="3200" dirty="0">
                <a:latin typeface="Times New Roman" panose="02020603050405020304" pitchFamily="18" charset="0"/>
                <a:cs typeface="Times New Roman" panose="02020603050405020304" pitchFamily="18" charset="0"/>
              </a:rPr>
              <a:t>•	Don’t shame your family → protect your purity.</a:t>
            </a: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9603547"/>
      </p:ext>
    </p:extLst>
  </p:cSld>
  <p:clrMapOvr>
    <a:masterClrMapping/>
  </p:clrMapOvr>
  <mc:AlternateContent xmlns:mc="http://schemas.openxmlformats.org/markup-compatibility/2006">
    <mc:Choice xmlns:p14="http://schemas.microsoft.com/office/powerpoint/2010/main" Requires="p14">
      <p:transition spd="slow" p14:dur="2000">
        <p14:ferris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edge">
                                      <p:cBhvr>
                                        <p:cTn id="7" dur="20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 calcmode="lin" valueType="num">
                                      <p:cBhvr additive="base">
                                        <p:cTn id="28"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2" presetClass="entr" presetSubtype="4" fill="hold"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wipe(down)">
                                      <p:cBhvr>
                                        <p:cTn id="34" dur="500"/>
                                        <p:tgtEl>
                                          <p:spTgt spid="3">
                                            <p:txEl>
                                              <p:pRg st="6" end="6"/>
                                            </p:txEl>
                                          </p:spTgt>
                                        </p:tgtEl>
                                      </p:cBhvr>
                                    </p:animEffect>
                                  </p:childTnLst>
                                </p:cTn>
                              </p:par>
                              <p:par>
                                <p:cTn id="35" presetID="22" presetClass="entr" presetSubtype="4" fill="hold" nodeType="with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wipe(down)">
                                      <p:cBhvr>
                                        <p:cTn id="37" dur="500"/>
                                        <p:tgtEl>
                                          <p:spTgt spid="3">
                                            <p:txEl>
                                              <p:pRg st="7" end="7"/>
                                            </p:txEl>
                                          </p:spTgt>
                                        </p:tgtEl>
                                      </p:cBhvr>
                                    </p:animEffect>
                                  </p:childTnLst>
                                </p:cTn>
                              </p:par>
                              <p:par>
                                <p:cTn id="38" presetID="22" presetClass="entr" presetSubtype="4" fill="hold" nodeType="with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wipe(down)">
                                      <p:cBhvr>
                                        <p:cTn id="40" dur="500"/>
                                        <p:tgtEl>
                                          <p:spTgt spid="3">
                                            <p:txEl>
                                              <p:pRg st="8" end="8"/>
                                            </p:txEl>
                                          </p:spTgt>
                                        </p:tgtEl>
                                      </p:cBhvr>
                                    </p:animEffect>
                                  </p:childTnLst>
                                </p:cTn>
                              </p:par>
                              <p:par>
                                <p:cTn id="41" presetID="22" presetClass="entr" presetSubtype="4" fill="hold" nodeType="with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wipe(down)">
                                      <p:cBhvr>
                                        <p:cTn id="4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D25149-ACFA-7AAC-17CA-A2B9621B79D8}"/>
              </a:ext>
            </a:extLst>
          </p:cNvPr>
          <p:cNvSpPr>
            <a:spLocks noGrp="1"/>
          </p:cNvSpPr>
          <p:nvPr>
            <p:ph idx="1"/>
          </p:nvPr>
        </p:nvSpPr>
        <p:spPr>
          <a:xfrm>
            <a:off x="0" y="0"/>
            <a:ext cx="12082072" cy="6858000"/>
          </a:xfrm>
        </p:spPr>
        <p:txBody>
          <a:bodyPr/>
          <a:lstStyle/>
          <a:p>
            <a:pPr marL="0" indent="0">
              <a:buNone/>
            </a:pPr>
            <a:r>
              <a:rPr lang="en-US" sz="6600" dirty="0">
                <a:latin typeface="Times New Roman" panose="02020603050405020304" pitchFamily="18" charset="0"/>
                <a:cs typeface="Times New Roman" panose="02020603050405020304" pitchFamily="18" charset="0"/>
              </a:rPr>
              <a:t>Practical Advice </a:t>
            </a:r>
          </a:p>
          <a:p>
            <a:pPr marL="0" indent="0">
              <a:buNone/>
            </a:pPr>
            <a:r>
              <a:rPr lang="en-US" sz="4800" dirty="0">
                <a:latin typeface="Times New Roman" panose="02020603050405020304" pitchFamily="18" charset="0"/>
                <a:cs typeface="Times New Roman" panose="02020603050405020304" pitchFamily="18" charset="0"/>
              </a:rPr>
              <a:t>•	Pray for strength.</a:t>
            </a:r>
          </a:p>
          <a:p>
            <a:pPr marL="0" indent="0">
              <a:buNone/>
            </a:pPr>
            <a:r>
              <a:rPr lang="en-US" sz="4800" dirty="0">
                <a:latin typeface="Times New Roman" panose="02020603050405020304" pitchFamily="18" charset="0"/>
                <a:cs typeface="Times New Roman" panose="02020603050405020304" pitchFamily="18" charset="0"/>
              </a:rPr>
              <a:t>•	Choose good friends.</a:t>
            </a:r>
          </a:p>
          <a:p>
            <a:pPr marL="0" indent="0">
              <a:buNone/>
            </a:pPr>
            <a:r>
              <a:rPr lang="en-US" sz="4800" dirty="0">
                <a:latin typeface="Times New Roman" panose="02020603050405020304" pitchFamily="18" charset="0"/>
                <a:cs typeface="Times New Roman" panose="02020603050405020304" pitchFamily="18" charset="0"/>
              </a:rPr>
              <a:t>•	Dress modestly.</a:t>
            </a:r>
          </a:p>
          <a:p>
            <a:pPr marL="0" indent="0">
              <a:buNone/>
            </a:pPr>
            <a:r>
              <a:rPr lang="en-US" sz="4800" dirty="0">
                <a:latin typeface="Times New Roman" panose="02020603050405020304" pitchFamily="18" charset="0"/>
                <a:cs typeface="Times New Roman" panose="02020603050405020304" pitchFamily="18" charset="0"/>
              </a:rPr>
              <a:t>•	Use your body to show respect.</a:t>
            </a:r>
          </a:p>
          <a:p>
            <a:pPr marL="0" indent="0">
              <a:buNone/>
            </a:pPr>
            <a:r>
              <a:rPr lang="en-US" sz="4800" dirty="0">
                <a:latin typeface="Times New Roman" panose="02020603050405020304" pitchFamily="18" charset="0"/>
                <a:cs typeface="Times New Roman" panose="02020603050405020304" pitchFamily="18" charset="0"/>
              </a:rPr>
              <a:t>•	Avoid pornography—it’s poison.</a:t>
            </a:r>
          </a:p>
          <a:p>
            <a:pPr marL="0" indent="0">
              <a:buNone/>
            </a:pPr>
            <a:r>
              <a:rPr lang="en-US" sz="4800" dirty="0">
                <a:latin typeface="Times New Roman" panose="02020603050405020304" pitchFamily="18" charset="0"/>
                <a:cs typeface="Times New Roman" panose="02020603050405020304" pitchFamily="18" charset="0"/>
              </a:rPr>
              <a:t>•	If you fall, go to confession.</a:t>
            </a: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9975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5" presetClass="entr" presetSubtype="0" fill="hold" nodeType="clickEffect">
                                  <p:stCondLst>
                                    <p:cond delay="0"/>
                                  </p:stCondLst>
                                  <p:childTnLst>
                                    <p:set>
                                      <p:cBhvr>
                                        <p:cTn id="24" dur="1" fill="hold">
                                          <p:stCondLst>
                                            <p:cond delay="0"/>
                                          </p:stCondLst>
                                        </p:cTn>
                                        <p:tgtEl>
                                          <p:spTgt spid="3">
                                            <p:txEl>
                                              <p:pRg st="1" end="1"/>
                                            </p:txEl>
                                          </p:spTgt>
                                        </p:tgtEl>
                                        <p:attrNameLst>
                                          <p:attrName>style.visibility</p:attrName>
                                        </p:attrNameLst>
                                      </p:cBhvr>
                                      <p:to>
                                        <p:strVal val="visible"/>
                                      </p:to>
                                    </p:set>
                                    <p:animEffect transition="in" filter="fade">
                                      <p:cBhvr>
                                        <p:cTn id="25" dur="2000"/>
                                        <p:tgtEl>
                                          <p:spTgt spid="3">
                                            <p:txEl>
                                              <p:pRg st="1" end="1"/>
                                            </p:txEl>
                                          </p:spTgt>
                                        </p:tgtEl>
                                      </p:cBhvr>
                                    </p:animEffect>
                                    <p:anim calcmode="lin" valueType="num">
                                      <p:cBhvr>
                                        <p:cTn id="26" dur="2000" fill="hold"/>
                                        <p:tgtEl>
                                          <p:spTgt spid="3">
                                            <p:txEl>
                                              <p:pRg st="1" end="1"/>
                                            </p:txEl>
                                          </p:spTgt>
                                        </p:tgtEl>
                                        <p:attrNameLst>
                                          <p:attrName>ppt_w</p:attrName>
                                        </p:attrNameLst>
                                      </p:cBhvr>
                                      <p:tavLst>
                                        <p:tav tm="0" fmla="#ppt_w*sin(2.5*pi*$)">
                                          <p:val>
                                            <p:fltVal val="0"/>
                                          </p:val>
                                        </p:tav>
                                        <p:tav tm="100000">
                                          <p:val>
                                            <p:fltVal val="1"/>
                                          </p:val>
                                        </p:tav>
                                      </p:tavLst>
                                    </p:anim>
                                    <p:anim calcmode="lin" valueType="num">
                                      <p:cBhvr>
                                        <p:cTn id="27" dur="2000" fill="hold"/>
                                        <p:tgtEl>
                                          <p:spTgt spid="3">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3">
                                            <p:txEl>
                                              <p:pRg st="2" end="2"/>
                                            </p:txEl>
                                          </p:spTgt>
                                        </p:tgtEl>
                                        <p:attrNameLst>
                                          <p:attrName>style.visibility</p:attrName>
                                        </p:attrNameLst>
                                      </p:cBhvr>
                                      <p:to>
                                        <p:strVal val="visible"/>
                                      </p:to>
                                    </p:set>
                                    <p:animEffect transition="in" filter="blinds(horizontal)">
                                      <p:cBhvr>
                                        <p:cTn id="32" dur="500"/>
                                        <p:tgtEl>
                                          <p:spTgt spid="3">
                                            <p:txEl>
                                              <p:pRg st="2" end="2"/>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0" presetClass="entr" presetSubtype="0" fill="hold" nodeType="clickEffect">
                                  <p:stCondLst>
                                    <p:cond delay="0"/>
                                  </p:stCondLst>
                                  <p:childTnLst>
                                    <p:set>
                                      <p:cBhvr>
                                        <p:cTn id="36" dur="1" fill="hold">
                                          <p:stCondLst>
                                            <p:cond delay="0"/>
                                          </p:stCondLst>
                                        </p:cTn>
                                        <p:tgtEl>
                                          <p:spTgt spid="3">
                                            <p:txEl>
                                              <p:pRg st="3" end="3"/>
                                            </p:txEl>
                                          </p:spTgt>
                                        </p:tgtEl>
                                        <p:attrNameLst>
                                          <p:attrName>style.visibility</p:attrName>
                                        </p:attrNameLst>
                                      </p:cBhvr>
                                      <p:to>
                                        <p:strVal val="visible"/>
                                      </p:to>
                                    </p:set>
                                    <p:animEffect transition="in" filter="wedge">
                                      <p:cBhvr>
                                        <p:cTn id="37" dur="2000"/>
                                        <p:tgtEl>
                                          <p:spTgt spid="3">
                                            <p:txEl>
                                              <p:pRg st="3" end="3"/>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3" presetClass="entr" presetSubtype="0" fill="hold"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
                                        <p:tgtEl>
                                          <p:spTgt spid="3">
                                            <p:txEl>
                                              <p:pRg st="4" end="4"/>
                                            </p:txEl>
                                          </p:spTgt>
                                        </p:tgtEl>
                                      </p:cBhvr>
                                    </p:animEffect>
                                    <p:anim calcmode="lin" valueType="num">
                                      <p:cBhvr>
                                        <p:cTn id="43" dur="4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400" fill="hold"/>
                                        <p:tgtEl>
                                          <p:spTgt spid="3">
                                            <p:txEl>
                                              <p:pRg st="4" end="4"/>
                                            </p:txEl>
                                          </p:spTgt>
                                        </p:tgtEl>
                                        <p:attrNameLst>
                                          <p:attrName>ppt_y</p:attrName>
                                        </p:attrNameLst>
                                      </p:cBhvr>
                                      <p:tavLst>
                                        <p:tav tm="0">
                                          <p:val>
                                            <p:strVal val="#ppt_y+0.31"/>
                                          </p:val>
                                        </p:tav>
                                        <p:tav tm="100000">
                                          <p:val>
                                            <p:strVal val="#ppt_y+0.31"/>
                                          </p:val>
                                        </p:tav>
                                      </p:tavLst>
                                    </p:anim>
                                    <p:anim calcmode="lin" valueType="num">
                                      <p:cBhvr>
                                        <p:cTn id="45" dur="600" decel="50000" fill="hold">
                                          <p:stCondLst>
                                            <p:cond delay="400"/>
                                          </p:stCondLst>
                                        </p:cTn>
                                        <p:tgtEl>
                                          <p:spTgt spid="3">
                                            <p:txEl>
                                              <p:pRg st="4" end="4"/>
                                            </p:txEl>
                                          </p:spTgt>
                                        </p:tgtEl>
                                        <p:attrNameLst>
                                          <p:attrName>ppt_x</p:attrName>
                                        </p:attrNameLst>
                                      </p:cBhvr>
                                      <p:tavLst>
                                        <p:tav tm="0">
                                          <p:val>
                                            <p:strVal val="#ppt_x"/>
                                          </p:val>
                                        </p:tav>
                                        <p:tav tm="5000">
                                          <p:val>
                                            <p:strVal val="#ppt_x+0.0242"/>
                                          </p:val>
                                        </p:tav>
                                        <p:tav tm="10000">
                                          <p:val>
                                            <p:strVal val="#ppt_x+0.0479"/>
                                          </p:val>
                                        </p:tav>
                                        <p:tav tm="15000">
                                          <p:val>
                                            <p:strVal val="#ppt_x+0.0704"/>
                                          </p:val>
                                        </p:tav>
                                        <p:tav tm="20000">
                                          <p:val>
                                            <p:strVal val="#ppt_x+0.0911"/>
                                          </p:val>
                                        </p:tav>
                                        <p:tav tm="25000">
                                          <p:val>
                                            <p:strVal val="#ppt_x+0.1096"/>
                                          </p:val>
                                        </p:tav>
                                        <p:tav tm="30000">
                                          <p:val>
                                            <p:strVal val="#ppt_x+0.1254"/>
                                          </p:val>
                                        </p:tav>
                                        <p:tav tm="35000">
                                          <p:val>
                                            <p:strVal val="#ppt_x+0.1381"/>
                                          </p:val>
                                        </p:tav>
                                        <p:tav tm="40000">
                                          <p:val>
                                            <p:strVal val="#ppt_x+0.1474"/>
                                          </p:val>
                                        </p:tav>
                                        <p:tav tm="45000">
                                          <p:val>
                                            <p:strVal val="#ppt_x+0.1531"/>
                                          </p:val>
                                        </p:tav>
                                        <p:tav tm="50000">
                                          <p:val>
                                            <p:strVal val="#ppt_x+0.1550"/>
                                          </p:val>
                                        </p:tav>
                                        <p:tav tm="55000">
                                          <p:val>
                                            <p:strVal val="#ppt_x+0.1531"/>
                                          </p:val>
                                        </p:tav>
                                        <p:tav tm="60000">
                                          <p:val>
                                            <p:strVal val="#ppt_x+0.1474"/>
                                          </p:val>
                                        </p:tav>
                                        <p:tav tm="65000">
                                          <p:val>
                                            <p:strVal val="#ppt_x+0.1381"/>
                                          </p:val>
                                        </p:tav>
                                        <p:tav tm="70000">
                                          <p:val>
                                            <p:strVal val="#ppt_x+0.1254"/>
                                          </p:val>
                                        </p:tav>
                                        <p:tav tm="75000">
                                          <p:val>
                                            <p:strVal val="#ppt_x+0.1096"/>
                                          </p:val>
                                        </p:tav>
                                        <p:tav tm="80000">
                                          <p:val>
                                            <p:strVal val="#ppt_x+0.0911"/>
                                          </p:val>
                                        </p:tav>
                                        <p:tav tm="85000">
                                          <p:val>
                                            <p:strVal val="#ppt_x+0.0704"/>
                                          </p:val>
                                        </p:tav>
                                        <p:tav tm="90000">
                                          <p:val>
                                            <p:strVal val="#ppt_x+0.0479"/>
                                          </p:val>
                                        </p:tav>
                                        <p:tav tm="95000">
                                          <p:val>
                                            <p:strVal val="#ppt_x+0.0242"/>
                                          </p:val>
                                        </p:tav>
                                        <p:tav tm="100000">
                                          <p:val>
                                            <p:strVal val="#ppt_x"/>
                                          </p:val>
                                        </p:tav>
                                      </p:tavLst>
                                    </p:anim>
                                    <p:anim calcmode="lin" valueType="num">
                                      <p:cBhvr>
                                        <p:cTn id="46" dur="600" decel="50000" fill="hold">
                                          <p:stCondLst>
                                            <p:cond delay="400"/>
                                          </p:stCondLst>
                                        </p:cTn>
                                        <p:tgtEl>
                                          <p:spTgt spid="3">
                                            <p:txEl>
                                              <p:pRg st="4" end="4"/>
                                            </p:txEl>
                                          </p:spTgt>
                                        </p:tgtEl>
                                        <p:attrNameLst>
                                          <p:attrName>ppt_y</p:attrName>
                                        </p:attrNameLst>
                                      </p:cBhvr>
                                      <p:tavLst>
                                        <p:tav tm="0">
                                          <p:val>
                                            <p:strVal val="#ppt_y+0.31"/>
                                          </p:val>
                                        </p:tav>
                                        <p:tav tm="5000">
                                          <p:val>
                                            <p:strVal val="#ppt_y+0.308"/>
                                          </p:val>
                                        </p:tav>
                                        <p:tav tm="10000">
                                          <p:val>
                                            <p:strVal val="#ppt_y+0.3024"/>
                                          </p:val>
                                        </p:tav>
                                        <p:tav tm="15000">
                                          <p:val>
                                            <p:strVal val="#ppt_y+0.2931"/>
                                          </p:val>
                                        </p:tav>
                                        <p:tav tm="20000">
                                          <p:val>
                                            <p:strVal val="#ppt_y+0.2804"/>
                                          </p:val>
                                        </p:tav>
                                        <p:tav tm="25000">
                                          <p:val>
                                            <p:strVal val="#ppt_y+0.2646"/>
                                          </p:val>
                                        </p:tav>
                                        <p:tav tm="30000">
                                          <p:val>
                                            <p:strVal val="#ppt_y+0.2461"/>
                                          </p:val>
                                        </p:tav>
                                        <p:tav tm="35000">
                                          <p:val>
                                            <p:strVal val="#ppt_y+0.2253"/>
                                          </p:val>
                                        </p:tav>
                                        <p:tav tm="40000">
                                          <p:val>
                                            <p:strVal val="#ppt_y+0.2029"/>
                                          </p:val>
                                        </p:tav>
                                        <p:tav tm="45000">
                                          <p:val>
                                            <p:strVal val="#ppt_y+0.1792"/>
                                          </p:val>
                                        </p:tav>
                                        <p:tav tm="50000">
                                          <p:val>
                                            <p:strVal val="#ppt_y+0.155"/>
                                          </p:val>
                                        </p:tav>
                                        <p:tav tm="55000">
                                          <p:val>
                                            <p:strVal val="#ppt_y+0.1307"/>
                                          </p:val>
                                        </p:tav>
                                        <p:tav tm="60000">
                                          <p:val>
                                            <p:strVal val="#ppt_y+0.1071"/>
                                          </p:val>
                                        </p:tav>
                                        <p:tav tm="65000">
                                          <p:val>
                                            <p:strVal val="#ppt_y+0.0846"/>
                                          </p:val>
                                        </p:tav>
                                        <p:tav tm="70000">
                                          <p:val>
                                            <p:strVal val="#ppt_y+0.0639"/>
                                          </p:val>
                                        </p:tav>
                                        <p:tav tm="75000">
                                          <p:val>
                                            <p:strVal val="#ppt_y+0.0454"/>
                                          </p:val>
                                        </p:tav>
                                        <p:tav tm="80000">
                                          <p:val>
                                            <p:strVal val="#ppt_y+0.0296"/>
                                          </p:val>
                                        </p:tav>
                                        <p:tav tm="85000">
                                          <p:val>
                                            <p:strVal val="#ppt_y+0.0169"/>
                                          </p:val>
                                        </p:tav>
                                        <p:tav tm="90000">
                                          <p:val>
                                            <p:strVal val="#ppt_y+0.0076"/>
                                          </p:val>
                                        </p:tav>
                                        <p:tav tm="95000">
                                          <p:val>
                                            <p:strVal val="#ppt_y+0.0019"/>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6" presetClass="entr" presetSubtype="0" fill="hold" nodeType="clickEffect">
                                  <p:stCondLst>
                                    <p:cond delay="0"/>
                                  </p:stCondLst>
                                  <p:childTnLst>
                                    <p:set>
                                      <p:cBhvr>
                                        <p:cTn id="50" dur="1" fill="hold">
                                          <p:stCondLst>
                                            <p:cond delay="0"/>
                                          </p:stCondLst>
                                        </p:cTn>
                                        <p:tgtEl>
                                          <p:spTgt spid="3">
                                            <p:txEl>
                                              <p:pRg st="5" end="5"/>
                                            </p:txEl>
                                          </p:spTgt>
                                        </p:tgtEl>
                                        <p:attrNameLst>
                                          <p:attrName>style.visibility</p:attrName>
                                        </p:attrNameLst>
                                      </p:cBhvr>
                                      <p:to>
                                        <p:strVal val="visible"/>
                                      </p:to>
                                    </p:set>
                                    <p:animEffect transition="in" filter="wipe(down)">
                                      <p:cBhvr>
                                        <p:cTn id="51" dur="580">
                                          <p:stCondLst>
                                            <p:cond delay="0"/>
                                          </p:stCondLst>
                                        </p:cTn>
                                        <p:tgtEl>
                                          <p:spTgt spid="3">
                                            <p:txEl>
                                              <p:pRg st="5" end="5"/>
                                            </p:txEl>
                                          </p:spTgt>
                                        </p:tgtEl>
                                      </p:cBhvr>
                                    </p:animEffect>
                                    <p:anim calcmode="lin" valueType="num">
                                      <p:cBhvr>
                                        <p:cTn id="52" dur="1822" tmFilter="0,0; 0.14,0.36; 0.43,0.73; 0.71,0.91; 1.0,1.0">
                                          <p:stCondLst>
                                            <p:cond delay="0"/>
                                          </p:stCondLst>
                                        </p:cTn>
                                        <p:tgtEl>
                                          <p:spTgt spid="3">
                                            <p:txEl>
                                              <p:pRg st="5" end="5"/>
                                            </p:txEl>
                                          </p:spTgt>
                                        </p:tgtEl>
                                        <p:attrNameLst>
                                          <p:attrName>ppt_x</p:attrName>
                                        </p:attrNameLst>
                                      </p:cBhvr>
                                      <p:tavLst>
                                        <p:tav tm="0">
                                          <p:val>
                                            <p:strVal val="#ppt_x-0.25"/>
                                          </p:val>
                                        </p:tav>
                                        <p:tav tm="100000">
                                          <p:val>
                                            <p:strVal val="#ppt_x"/>
                                          </p:val>
                                        </p:tav>
                                      </p:tavLst>
                                    </p:anim>
                                    <p:anim calcmode="lin" valueType="num">
                                      <p:cBhvr>
                                        <p:cTn id="53" dur="664" tmFilter="0.0,0.0; 0.25,0.07; 0.50,0.2; 0.75,0.467; 1.0,1.0">
                                          <p:stCondLst>
                                            <p:cond delay="0"/>
                                          </p:stCondLst>
                                        </p:cTn>
                                        <p:tgtEl>
                                          <p:spTgt spid="3">
                                            <p:txEl>
                                              <p:pRg st="5" end="5"/>
                                            </p:txEl>
                                          </p:spTgt>
                                        </p:tgtEl>
                                        <p:attrNameLst>
                                          <p:attrName>ppt_y</p:attrName>
                                        </p:attrNameLst>
                                      </p:cBhvr>
                                      <p:tavLst>
                                        <p:tav tm="0" fmla="#ppt_y-sin(pi*$)/3">
                                          <p:val>
                                            <p:fltVal val="0.5"/>
                                          </p:val>
                                        </p:tav>
                                        <p:tav tm="100000">
                                          <p:val>
                                            <p:fltVal val="1"/>
                                          </p:val>
                                        </p:tav>
                                      </p:tavLst>
                                    </p:anim>
                                    <p:anim calcmode="lin" valueType="num">
                                      <p:cBhvr>
                                        <p:cTn id="54" dur="664" tmFilter="0, 0; 0.125,0.2665; 0.25,0.4; 0.375,0.465; 0.5,0.5;  0.625,0.535; 0.75,0.6; 0.875,0.7335; 1,1">
                                          <p:stCondLst>
                                            <p:cond delay="664"/>
                                          </p:stCondLst>
                                        </p:cTn>
                                        <p:tgtEl>
                                          <p:spTgt spid="3">
                                            <p:txEl>
                                              <p:pRg st="5" end="5"/>
                                            </p:txEl>
                                          </p:spTgt>
                                        </p:tgtEl>
                                        <p:attrNameLst>
                                          <p:attrName>ppt_y</p:attrName>
                                        </p:attrNameLst>
                                      </p:cBhvr>
                                      <p:tavLst>
                                        <p:tav tm="0" fmla="#ppt_y-sin(pi*$)/9">
                                          <p:val>
                                            <p:fltVal val="0"/>
                                          </p:val>
                                        </p:tav>
                                        <p:tav tm="100000">
                                          <p:val>
                                            <p:fltVal val="1"/>
                                          </p:val>
                                        </p:tav>
                                      </p:tavLst>
                                    </p:anim>
                                    <p:anim calcmode="lin" valueType="num">
                                      <p:cBhvr>
                                        <p:cTn id="55" dur="332" tmFilter="0, 0; 0.125,0.2665; 0.25,0.4; 0.375,0.465; 0.5,0.5;  0.625,0.535; 0.75,0.6; 0.875,0.7335; 1,1">
                                          <p:stCondLst>
                                            <p:cond delay="1324"/>
                                          </p:stCondLst>
                                        </p:cTn>
                                        <p:tgtEl>
                                          <p:spTgt spid="3">
                                            <p:txEl>
                                              <p:pRg st="5" end="5"/>
                                            </p:txEl>
                                          </p:spTgt>
                                        </p:tgtEl>
                                        <p:attrNameLst>
                                          <p:attrName>ppt_y</p:attrName>
                                        </p:attrNameLst>
                                      </p:cBhvr>
                                      <p:tavLst>
                                        <p:tav tm="0" fmla="#ppt_y-sin(pi*$)/27">
                                          <p:val>
                                            <p:fltVal val="0"/>
                                          </p:val>
                                        </p:tav>
                                        <p:tav tm="100000">
                                          <p:val>
                                            <p:fltVal val="1"/>
                                          </p:val>
                                        </p:tav>
                                      </p:tavLst>
                                    </p:anim>
                                    <p:anim calcmode="lin" valueType="num">
                                      <p:cBhvr>
                                        <p:cTn id="56" dur="164" tmFilter="0, 0; 0.125,0.2665; 0.25,0.4; 0.375,0.465; 0.5,0.5;  0.625,0.535; 0.75,0.6; 0.875,0.7335; 1,1">
                                          <p:stCondLst>
                                            <p:cond delay="1656"/>
                                          </p:stCondLst>
                                        </p:cTn>
                                        <p:tgtEl>
                                          <p:spTgt spid="3">
                                            <p:txEl>
                                              <p:pRg st="5" end="5"/>
                                            </p:txEl>
                                          </p:spTgt>
                                        </p:tgtEl>
                                        <p:attrNameLst>
                                          <p:attrName>ppt_y</p:attrName>
                                        </p:attrNameLst>
                                      </p:cBhvr>
                                      <p:tavLst>
                                        <p:tav tm="0" fmla="#ppt_y-sin(pi*$)/81">
                                          <p:val>
                                            <p:fltVal val="0"/>
                                          </p:val>
                                        </p:tav>
                                        <p:tav tm="100000">
                                          <p:val>
                                            <p:fltVal val="1"/>
                                          </p:val>
                                        </p:tav>
                                      </p:tavLst>
                                    </p:anim>
                                    <p:animScale>
                                      <p:cBhvr>
                                        <p:cTn id="57" dur="26">
                                          <p:stCondLst>
                                            <p:cond delay="650"/>
                                          </p:stCondLst>
                                        </p:cTn>
                                        <p:tgtEl>
                                          <p:spTgt spid="3">
                                            <p:txEl>
                                              <p:pRg st="5" end="5"/>
                                            </p:txEl>
                                          </p:spTgt>
                                        </p:tgtEl>
                                      </p:cBhvr>
                                      <p:to x="100000" y="60000"/>
                                    </p:animScale>
                                    <p:animScale>
                                      <p:cBhvr>
                                        <p:cTn id="58" dur="166" decel="50000">
                                          <p:stCondLst>
                                            <p:cond delay="676"/>
                                          </p:stCondLst>
                                        </p:cTn>
                                        <p:tgtEl>
                                          <p:spTgt spid="3">
                                            <p:txEl>
                                              <p:pRg st="5" end="5"/>
                                            </p:txEl>
                                          </p:spTgt>
                                        </p:tgtEl>
                                      </p:cBhvr>
                                      <p:to x="100000" y="100000"/>
                                    </p:animScale>
                                    <p:animScale>
                                      <p:cBhvr>
                                        <p:cTn id="59" dur="26">
                                          <p:stCondLst>
                                            <p:cond delay="1312"/>
                                          </p:stCondLst>
                                        </p:cTn>
                                        <p:tgtEl>
                                          <p:spTgt spid="3">
                                            <p:txEl>
                                              <p:pRg st="5" end="5"/>
                                            </p:txEl>
                                          </p:spTgt>
                                        </p:tgtEl>
                                      </p:cBhvr>
                                      <p:to x="100000" y="80000"/>
                                    </p:animScale>
                                    <p:animScale>
                                      <p:cBhvr>
                                        <p:cTn id="60" dur="166" decel="50000">
                                          <p:stCondLst>
                                            <p:cond delay="1338"/>
                                          </p:stCondLst>
                                        </p:cTn>
                                        <p:tgtEl>
                                          <p:spTgt spid="3">
                                            <p:txEl>
                                              <p:pRg st="5" end="5"/>
                                            </p:txEl>
                                          </p:spTgt>
                                        </p:tgtEl>
                                      </p:cBhvr>
                                      <p:to x="100000" y="100000"/>
                                    </p:animScale>
                                    <p:animScale>
                                      <p:cBhvr>
                                        <p:cTn id="61" dur="26">
                                          <p:stCondLst>
                                            <p:cond delay="1642"/>
                                          </p:stCondLst>
                                        </p:cTn>
                                        <p:tgtEl>
                                          <p:spTgt spid="3">
                                            <p:txEl>
                                              <p:pRg st="5" end="5"/>
                                            </p:txEl>
                                          </p:spTgt>
                                        </p:tgtEl>
                                      </p:cBhvr>
                                      <p:to x="100000" y="90000"/>
                                    </p:animScale>
                                    <p:animScale>
                                      <p:cBhvr>
                                        <p:cTn id="62" dur="166" decel="50000">
                                          <p:stCondLst>
                                            <p:cond delay="1668"/>
                                          </p:stCondLst>
                                        </p:cTn>
                                        <p:tgtEl>
                                          <p:spTgt spid="3">
                                            <p:txEl>
                                              <p:pRg st="5" end="5"/>
                                            </p:txEl>
                                          </p:spTgt>
                                        </p:tgtEl>
                                      </p:cBhvr>
                                      <p:to x="100000" y="100000"/>
                                    </p:animScale>
                                    <p:animScale>
                                      <p:cBhvr>
                                        <p:cTn id="63" dur="26">
                                          <p:stCondLst>
                                            <p:cond delay="1808"/>
                                          </p:stCondLst>
                                        </p:cTn>
                                        <p:tgtEl>
                                          <p:spTgt spid="3">
                                            <p:txEl>
                                              <p:pRg st="5" end="5"/>
                                            </p:txEl>
                                          </p:spTgt>
                                        </p:tgtEl>
                                      </p:cBhvr>
                                      <p:to x="100000" y="95000"/>
                                    </p:animScale>
                                    <p:animScale>
                                      <p:cBhvr>
                                        <p:cTn id="64" dur="166" decel="50000">
                                          <p:stCondLst>
                                            <p:cond delay="1834"/>
                                          </p:stCondLst>
                                        </p:cTn>
                                        <p:tgtEl>
                                          <p:spTgt spid="3">
                                            <p:txEl>
                                              <p:pRg st="5" end="5"/>
                                            </p:txEl>
                                          </p:spTgt>
                                        </p:tgtEl>
                                      </p:cBhvr>
                                      <p:to x="100000" y="100000"/>
                                    </p:animScale>
                                  </p:childTnLst>
                                </p:cTn>
                              </p:par>
                            </p:childTnLst>
                          </p:cTn>
                        </p:par>
                      </p:childTnLst>
                    </p:cTn>
                  </p:par>
                  <p:par>
                    <p:cTn id="65" fill="hold">
                      <p:stCondLst>
                        <p:cond delay="indefinite"/>
                      </p:stCondLst>
                      <p:childTnLst>
                        <p:par>
                          <p:cTn id="66" fill="hold">
                            <p:stCondLst>
                              <p:cond delay="0"/>
                            </p:stCondLst>
                            <p:childTnLst>
                              <p:par>
                                <p:cTn id="67" presetID="2" presetClass="entr" presetSubtype="4" fill="hold" nodeType="clickEffect">
                                  <p:stCondLst>
                                    <p:cond delay="0"/>
                                  </p:stCondLst>
                                  <p:childTnLst>
                                    <p:set>
                                      <p:cBhvr>
                                        <p:cTn id="68" dur="1" fill="hold">
                                          <p:stCondLst>
                                            <p:cond delay="0"/>
                                          </p:stCondLst>
                                        </p:cTn>
                                        <p:tgtEl>
                                          <p:spTgt spid="3">
                                            <p:txEl>
                                              <p:pRg st="6" end="6"/>
                                            </p:txEl>
                                          </p:spTgt>
                                        </p:tgtEl>
                                        <p:attrNameLst>
                                          <p:attrName>style.visibility</p:attrName>
                                        </p:attrNameLst>
                                      </p:cBhvr>
                                      <p:to>
                                        <p:strVal val="visible"/>
                                      </p:to>
                                    </p:set>
                                    <p:anim calcmode="lin" valueType="num">
                                      <p:cBhvr additive="base">
                                        <p:cTn id="6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7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2EC0F4-7408-F649-3FD0-CFAEADA31358}"/>
              </a:ext>
            </a:extLst>
          </p:cNvPr>
          <p:cNvSpPr>
            <a:spLocks noGrp="1"/>
          </p:cNvSpPr>
          <p:nvPr>
            <p:ph idx="1"/>
          </p:nvPr>
        </p:nvSpPr>
        <p:spPr>
          <a:xfrm>
            <a:off x="0" y="0"/>
            <a:ext cx="12192000" cy="6858000"/>
          </a:xfrm>
        </p:spPr>
        <p:txBody>
          <a:bodyPr>
            <a:normAutofit lnSpcReduction="10000"/>
          </a:bodyPr>
          <a:lstStyle/>
          <a:p>
            <a:pPr marL="0" indent="0" algn="ctr">
              <a:buNone/>
            </a:pPr>
            <a:r>
              <a:rPr lang="en-US" sz="4000" dirty="0">
                <a:latin typeface="Times New Roman" panose="02020603050405020304" pitchFamily="18" charset="0"/>
                <a:cs typeface="Times New Roman" panose="02020603050405020304" pitchFamily="18" charset="0"/>
              </a:rPr>
              <a:t>Why Theology of the Body Matters for Youths in Gusaweta</a:t>
            </a:r>
          </a:p>
          <a:p>
            <a:pPr marL="0" indent="0">
              <a:buNone/>
            </a:pPr>
            <a:r>
              <a:rPr lang="en-US" sz="2800" dirty="0">
                <a:latin typeface="Times New Roman" panose="02020603050405020304" pitchFamily="18" charset="0"/>
                <a:cs typeface="Times New Roman" panose="02020603050405020304" pitchFamily="18" charset="0"/>
              </a:rPr>
              <a:t>We are growing up in a world where social media, movies, and even some local practices can send confusing messages about love, sex, and the body.</a:t>
            </a:r>
          </a:p>
          <a:p>
            <a:pPr marL="0" indent="0">
              <a:buNone/>
            </a:pPr>
            <a:r>
              <a:rPr lang="en-US" sz="2800" dirty="0">
                <a:latin typeface="Times New Roman" panose="02020603050405020304" pitchFamily="18" charset="0"/>
                <a:cs typeface="Times New Roman" panose="02020603050405020304" pitchFamily="18" charset="0"/>
              </a:rPr>
              <a:t>Theology of the Body helps us:</a:t>
            </a:r>
          </a:p>
          <a:p>
            <a:pPr marL="0" indent="0">
              <a:buNone/>
            </a:pPr>
            <a:r>
              <a:rPr lang="en-US" sz="2800" dirty="0">
                <a:latin typeface="Times New Roman" panose="02020603050405020304" pitchFamily="18" charset="0"/>
                <a:cs typeface="Times New Roman" panose="02020603050405020304" pitchFamily="18" charset="0"/>
              </a:rPr>
              <a:t>Respect our own body.</a:t>
            </a:r>
          </a:p>
          <a:p>
            <a:pPr marL="0" indent="0">
              <a:buNone/>
            </a:pPr>
            <a:r>
              <a:rPr lang="en-US" sz="2800" dirty="0">
                <a:latin typeface="Times New Roman" panose="02020603050405020304" pitchFamily="18" charset="0"/>
                <a:cs typeface="Times New Roman" panose="02020603050405020304" pitchFamily="18" charset="0"/>
              </a:rPr>
              <a:t>Respect the bodies of others.</a:t>
            </a:r>
          </a:p>
          <a:p>
            <a:pPr marL="0" indent="0">
              <a:buNone/>
            </a:pPr>
            <a:r>
              <a:rPr lang="en-US" sz="2800" dirty="0">
                <a:latin typeface="Times New Roman" panose="02020603050405020304" pitchFamily="18" charset="0"/>
                <a:cs typeface="Times New Roman" panose="02020603050405020304" pitchFamily="18" charset="0"/>
              </a:rPr>
              <a:t>Understand why the Church teaches chastity and marriage.</a:t>
            </a:r>
          </a:p>
          <a:p>
            <a:pPr marL="0" indent="0">
              <a:buNone/>
            </a:pPr>
            <a:r>
              <a:rPr lang="en-US" sz="2800" dirty="0">
                <a:latin typeface="Times New Roman" panose="02020603050405020304" pitchFamily="18" charset="0"/>
                <a:cs typeface="Times New Roman" panose="02020603050405020304" pitchFamily="18" charset="0"/>
              </a:rPr>
              <a:t>Value our dignity as a child of God.</a:t>
            </a:r>
          </a:p>
          <a:p>
            <a:pPr marL="0" indent="0">
              <a:buNone/>
            </a:pPr>
            <a:endParaRPr lang="en-US" sz="100" dirty="0">
              <a:latin typeface="Times New Roman" panose="02020603050405020304" pitchFamily="18" charset="0"/>
              <a:cs typeface="Times New Roman" panose="02020603050405020304" pitchFamily="18" charset="0"/>
            </a:endParaRPr>
          </a:p>
          <a:p>
            <a:pPr marL="0" indent="0">
              <a:buNone/>
            </a:pPr>
            <a:r>
              <a:rPr lang="en-US" sz="2800" dirty="0">
                <a:latin typeface="Times New Roman" panose="02020603050405020304" pitchFamily="18" charset="0"/>
                <a:cs typeface="Times New Roman" panose="02020603050405020304" pitchFamily="18" charset="0"/>
              </a:rPr>
              <a:t>It also connects with our culture:</a:t>
            </a:r>
          </a:p>
          <a:p>
            <a:pPr marL="0" indent="0">
              <a:buNone/>
            </a:pPr>
            <a:r>
              <a:rPr lang="en-US" sz="2800" dirty="0">
                <a:latin typeface="Times New Roman" panose="02020603050405020304" pitchFamily="18" charset="0"/>
                <a:cs typeface="Times New Roman" panose="02020603050405020304" pitchFamily="18" charset="0"/>
              </a:rPr>
              <a:t>Our culture values community, respect, and tradition.</a:t>
            </a:r>
          </a:p>
          <a:p>
            <a:pPr marL="0" indent="0">
              <a:buNone/>
            </a:pPr>
            <a:r>
              <a:rPr lang="en-US" sz="2800" dirty="0">
                <a:latin typeface="Times New Roman" panose="02020603050405020304" pitchFamily="18" charset="0"/>
                <a:cs typeface="Times New Roman" panose="02020603050405020304" pitchFamily="18" charset="0"/>
              </a:rPr>
              <a:t>Theology of the Body teaches that respect for the body and for each other fits well into our cultural values.</a:t>
            </a: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3597783"/>
      </p:ext>
    </p:extLst>
  </p:cSld>
  <p:clrMapOvr>
    <a:masterClrMapping/>
  </p:clrMapOvr>
  <mc:AlternateContent xmlns:mc="http://schemas.openxmlformats.org/markup-compatibility/2006">
    <mc:Choice xmlns:p14="http://schemas.microsoft.com/office/powerpoint/2010/main" Requires="p14">
      <p:transition spd="slow" p14:dur="4400">
        <p14:honeycomb/>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nodeType="click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arn(inVertical)">
                                      <p:cBhvr>
                                        <p:cTn id="18" dur="500"/>
                                        <p:tgtEl>
                                          <p:spTgt spid="3">
                                            <p:txEl>
                                              <p:pRg st="2" end="2"/>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wipe(down)">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circle(in)">
                                      <p:cBhvr>
                                        <p:cTn id="28" dur="2000"/>
                                        <p:tgtEl>
                                          <p:spTgt spid="3">
                                            <p:txEl>
                                              <p:pRg st="4" end="4"/>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55" presetClass="entr" presetSubtype="0" fill="hold"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p:cTn id="33" dur="1000" fill="hold"/>
                                        <p:tgtEl>
                                          <p:spTgt spid="3">
                                            <p:txEl>
                                              <p:pRg st="5" end="5"/>
                                            </p:txEl>
                                          </p:spTgt>
                                        </p:tgtEl>
                                        <p:attrNameLst>
                                          <p:attrName>ppt_w</p:attrName>
                                        </p:attrNameLst>
                                      </p:cBhvr>
                                      <p:tavLst>
                                        <p:tav tm="0">
                                          <p:val>
                                            <p:strVal val="#ppt_w*0.70"/>
                                          </p:val>
                                        </p:tav>
                                        <p:tav tm="100000">
                                          <p:val>
                                            <p:strVal val="#ppt_w"/>
                                          </p:val>
                                        </p:tav>
                                      </p:tavLst>
                                    </p:anim>
                                    <p:anim calcmode="lin" valueType="num">
                                      <p:cBhvr>
                                        <p:cTn id="34" dur="1000" fill="hold"/>
                                        <p:tgtEl>
                                          <p:spTgt spid="3">
                                            <p:txEl>
                                              <p:pRg st="5" end="5"/>
                                            </p:txEl>
                                          </p:spTgt>
                                        </p:tgtEl>
                                        <p:attrNameLst>
                                          <p:attrName>ppt_h</p:attrName>
                                        </p:attrNameLst>
                                      </p:cBhvr>
                                      <p:tavLst>
                                        <p:tav tm="0">
                                          <p:val>
                                            <p:strVal val="#ppt_h"/>
                                          </p:val>
                                        </p:tav>
                                        <p:tav tm="100000">
                                          <p:val>
                                            <p:strVal val="#ppt_h"/>
                                          </p:val>
                                        </p:tav>
                                      </p:tavLst>
                                    </p:anim>
                                    <p:animEffect transition="in" filter="fade">
                                      <p:cBhvr>
                                        <p:cTn id="35" dur="1000"/>
                                        <p:tgtEl>
                                          <p:spTgt spid="3">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37" presetClass="entr" presetSubtype="0" fill="hold" nodeType="clickEffect">
                                  <p:stCondLst>
                                    <p:cond delay="0"/>
                                  </p:stCondLst>
                                  <p:childTnLst>
                                    <p:set>
                                      <p:cBhvr>
                                        <p:cTn id="39" dur="1" fill="hold">
                                          <p:stCondLst>
                                            <p:cond delay="0"/>
                                          </p:stCondLst>
                                        </p:cTn>
                                        <p:tgtEl>
                                          <p:spTgt spid="3">
                                            <p:txEl>
                                              <p:pRg st="6" end="6"/>
                                            </p:txEl>
                                          </p:spTgt>
                                        </p:tgtEl>
                                        <p:attrNameLst>
                                          <p:attrName>style.visibility</p:attrName>
                                        </p:attrNameLst>
                                      </p:cBhvr>
                                      <p:to>
                                        <p:strVal val="visible"/>
                                      </p:to>
                                    </p:set>
                                    <p:animEffect transition="in" filter="fade">
                                      <p:cBhvr>
                                        <p:cTn id="40" dur="1000"/>
                                        <p:tgtEl>
                                          <p:spTgt spid="3">
                                            <p:txEl>
                                              <p:pRg st="6" end="6"/>
                                            </p:txEl>
                                          </p:spTgt>
                                        </p:tgtEl>
                                      </p:cBhvr>
                                    </p:animEffect>
                                    <p:anim calcmode="lin" valueType="num">
                                      <p:cBhvr>
                                        <p:cTn id="41"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2" dur="900" decel="100000" fill="hold"/>
                                        <p:tgtEl>
                                          <p:spTgt spid="3">
                                            <p:txEl>
                                              <p:pRg st="6" end="6"/>
                                            </p:txEl>
                                          </p:spTgt>
                                        </p:tgtEl>
                                        <p:attrNameLst>
                                          <p:attrName>ppt_y</p:attrName>
                                        </p:attrNameLst>
                                      </p:cBhvr>
                                      <p:tavLst>
                                        <p:tav tm="0">
                                          <p:val>
                                            <p:strVal val="#ppt_y+1"/>
                                          </p:val>
                                        </p:tav>
                                        <p:tav tm="100000">
                                          <p:val>
                                            <p:strVal val="#ppt_y-.03"/>
                                          </p:val>
                                        </p:tav>
                                      </p:tavLst>
                                    </p:anim>
                                    <p:anim calcmode="lin" valueType="num">
                                      <p:cBhvr>
                                        <p:cTn id="43" dur="100" accel="100000" fill="hold">
                                          <p:stCondLst>
                                            <p:cond delay="900"/>
                                          </p:stCondLst>
                                        </p:cTn>
                                        <p:tgtEl>
                                          <p:spTgt spid="3">
                                            <p:txEl>
                                              <p:pRg st="6" end="6"/>
                                            </p:txEl>
                                          </p:spTgt>
                                        </p:tgtEl>
                                        <p:attrNameLst>
                                          <p:attrName>ppt_y</p:attrName>
                                        </p:attrNameLst>
                                      </p:cBhvr>
                                      <p:tavLst>
                                        <p:tav tm="0">
                                          <p:val>
                                            <p:strVal val="#ppt_y-.03"/>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31" presetClass="entr" presetSubtype="0" fill="hold" nodeType="clickEffect">
                                  <p:stCondLst>
                                    <p:cond delay="0"/>
                                  </p:stCondLst>
                                  <p:childTnLst>
                                    <p:set>
                                      <p:cBhvr>
                                        <p:cTn id="47" dur="1" fill="hold">
                                          <p:stCondLst>
                                            <p:cond delay="0"/>
                                          </p:stCondLst>
                                        </p:cTn>
                                        <p:tgtEl>
                                          <p:spTgt spid="3">
                                            <p:txEl>
                                              <p:pRg st="8" end="8"/>
                                            </p:txEl>
                                          </p:spTgt>
                                        </p:tgtEl>
                                        <p:attrNameLst>
                                          <p:attrName>style.visibility</p:attrName>
                                        </p:attrNameLst>
                                      </p:cBhvr>
                                      <p:to>
                                        <p:strVal val="visible"/>
                                      </p:to>
                                    </p:set>
                                    <p:anim calcmode="lin" valueType="num">
                                      <p:cBhvr>
                                        <p:cTn id="48" dur="1000" fill="hold"/>
                                        <p:tgtEl>
                                          <p:spTgt spid="3">
                                            <p:txEl>
                                              <p:pRg st="8" end="8"/>
                                            </p:txEl>
                                          </p:spTgt>
                                        </p:tgtEl>
                                        <p:attrNameLst>
                                          <p:attrName>ppt_w</p:attrName>
                                        </p:attrNameLst>
                                      </p:cBhvr>
                                      <p:tavLst>
                                        <p:tav tm="0">
                                          <p:val>
                                            <p:fltVal val="0"/>
                                          </p:val>
                                        </p:tav>
                                        <p:tav tm="100000">
                                          <p:val>
                                            <p:strVal val="#ppt_w"/>
                                          </p:val>
                                        </p:tav>
                                      </p:tavLst>
                                    </p:anim>
                                    <p:anim calcmode="lin" valueType="num">
                                      <p:cBhvr>
                                        <p:cTn id="49" dur="1000" fill="hold"/>
                                        <p:tgtEl>
                                          <p:spTgt spid="3">
                                            <p:txEl>
                                              <p:pRg st="8" end="8"/>
                                            </p:txEl>
                                          </p:spTgt>
                                        </p:tgtEl>
                                        <p:attrNameLst>
                                          <p:attrName>ppt_h</p:attrName>
                                        </p:attrNameLst>
                                      </p:cBhvr>
                                      <p:tavLst>
                                        <p:tav tm="0">
                                          <p:val>
                                            <p:fltVal val="0"/>
                                          </p:val>
                                        </p:tav>
                                        <p:tav tm="100000">
                                          <p:val>
                                            <p:strVal val="#ppt_h"/>
                                          </p:val>
                                        </p:tav>
                                      </p:tavLst>
                                    </p:anim>
                                    <p:anim calcmode="lin" valueType="num">
                                      <p:cBhvr>
                                        <p:cTn id="50" dur="1000" fill="hold"/>
                                        <p:tgtEl>
                                          <p:spTgt spid="3">
                                            <p:txEl>
                                              <p:pRg st="8" end="8"/>
                                            </p:txEl>
                                          </p:spTgt>
                                        </p:tgtEl>
                                        <p:attrNameLst>
                                          <p:attrName>style.rotation</p:attrName>
                                        </p:attrNameLst>
                                      </p:cBhvr>
                                      <p:tavLst>
                                        <p:tav tm="0">
                                          <p:val>
                                            <p:fltVal val="90"/>
                                          </p:val>
                                        </p:tav>
                                        <p:tav tm="100000">
                                          <p:val>
                                            <p:fltVal val="0"/>
                                          </p:val>
                                        </p:tav>
                                      </p:tavLst>
                                    </p:anim>
                                    <p:animEffect transition="in" filter="fade">
                                      <p:cBhvr>
                                        <p:cTn id="51" dur="1000"/>
                                        <p:tgtEl>
                                          <p:spTgt spid="3">
                                            <p:txEl>
                                              <p:pRg st="8" end="8"/>
                                            </p:txEl>
                                          </p:spTgt>
                                        </p:tgtEl>
                                      </p:cBhvr>
                                    </p:animEffect>
                                  </p:childTnLst>
                                </p:cTn>
                              </p:par>
                            </p:childTnLst>
                          </p:cTn>
                        </p:par>
                      </p:childTnLst>
                    </p:cTn>
                  </p:par>
                  <p:par>
                    <p:cTn id="52" fill="hold">
                      <p:stCondLst>
                        <p:cond delay="indefinite"/>
                      </p:stCondLst>
                      <p:childTnLst>
                        <p:par>
                          <p:cTn id="53" fill="hold">
                            <p:stCondLst>
                              <p:cond delay="0"/>
                            </p:stCondLst>
                            <p:childTnLst>
                              <p:par>
                                <p:cTn id="54" presetID="17" presetClass="entr" presetSubtype="10" fill="hold"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 calcmode="lin" valueType="num">
                                      <p:cBhvr>
                                        <p:cTn id="56" dur="500" fill="hold"/>
                                        <p:tgtEl>
                                          <p:spTgt spid="3">
                                            <p:txEl>
                                              <p:pRg st="9" end="9"/>
                                            </p:txEl>
                                          </p:spTgt>
                                        </p:tgtEl>
                                        <p:attrNameLst>
                                          <p:attrName>ppt_w</p:attrName>
                                        </p:attrNameLst>
                                      </p:cBhvr>
                                      <p:tavLst>
                                        <p:tav tm="0">
                                          <p:val>
                                            <p:fltVal val="0"/>
                                          </p:val>
                                        </p:tav>
                                        <p:tav tm="100000">
                                          <p:val>
                                            <p:strVal val="#ppt_w"/>
                                          </p:val>
                                        </p:tav>
                                      </p:tavLst>
                                    </p:anim>
                                    <p:anim calcmode="lin" valueType="num">
                                      <p:cBhvr>
                                        <p:cTn id="57" dur="500" fill="hold"/>
                                        <p:tgtEl>
                                          <p:spTgt spid="3">
                                            <p:txEl>
                                              <p:pRg st="9" end="9"/>
                                            </p:txEl>
                                          </p:spTgt>
                                        </p:tgtEl>
                                        <p:attrNameLst>
                                          <p:attrName>ppt_h</p:attrName>
                                        </p:attrNameLst>
                                      </p:cBhvr>
                                      <p:tavLst>
                                        <p:tav tm="0">
                                          <p:val>
                                            <p:strVal val="#ppt_h"/>
                                          </p:val>
                                        </p:tav>
                                        <p:tav tm="100000">
                                          <p:val>
                                            <p:strVal val="#ppt_h"/>
                                          </p:val>
                                        </p:tav>
                                      </p:tavLst>
                                    </p:anim>
                                  </p:childTnLst>
                                </p:cTn>
                              </p:par>
                            </p:childTnLst>
                          </p:cTn>
                        </p:par>
                      </p:childTnLst>
                    </p:cTn>
                  </p:par>
                  <p:par>
                    <p:cTn id="58" fill="hold">
                      <p:stCondLst>
                        <p:cond delay="indefinite"/>
                      </p:stCondLst>
                      <p:childTnLst>
                        <p:par>
                          <p:cTn id="59" fill="hold">
                            <p:stCondLst>
                              <p:cond delay="0"/>
                            </p:stCondLst>
                            <p:childTnLst>
                              <p:par>
                                <p:cTn id="60" presetID="23" presetClass="entr" presetSubtype="16" fill="hold" nodeType="clickEffect">
                                  <p:stCondLst>
                                    <p:cond delay="0"/>
                                  </p:stCondLst>
                                  <p:childTnLst>
                                    <p:set>
                                      <p:cBhvr>
                                        <p:cTn id="61" dur="1" fill="hold">
                                          <p:stCondLst>
                                            <p:cond delay="0"/>
                                          </p:stCondLst>
                                        </p:cTn>
                                        <p:tgtEl>
                                          <p:spTgt spid="3">
                                            <p:txEl>
                                              <p:pRg st="10" end="10"/>
                                            </p:txEl>
                                          </p:spTgt>
                                        </p:tgtEl>
                                        <p:attrNameLst>
                                          <p:attrName>style.visibility</p:attrName>
                                        </p:attrNameLst>
                                      </p:cBhvr>
                                      <p:to>
                                        <p:strVal val="visible"/>
                                      </p:to>
                                    </p:set>
                                    <p:anim calcmode="lin" valueType="num">
                                      <p:cBhvr>
                                        <p:cTn id="62"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63" dur="500" fill="hold"/>
                                        <p:tgtEl>
                                          <p:spTgt spid="3">
                                            <p:txEl>
                                              <p:pRg st="10" end="10"/>
                                            </p:txEl>
                                          </p:spTgt>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006656-6FC9-E954-D7CB-FFE85598B0F3}"/>
              </a:ext>
            </a:extLst>
          </p:cNvPr>
          <p:cNvSpPr>
            <a:spLocks noGrp="1"/>
          </p:cNvSpPr>
          <p:nvPr>
            <p:ph idx="1"/>
          </p:nvPr>
        </p:nvSpPr>
        <p:spPr>
          <a:xfrm>
            <a:off x="0" y="0"/>
            <a:ext cx="12192000" cy="6960358"/>
          </a:xfrm>
        </p:spPr>
        <p:txBody>
          <a:bodyPr>
            <a:normAutofit/>
          </a:bodyPr>
          <a:lstStyle/>
          <a:p>
            <a:pPr marL="0" indent="0" algn="ctr">
              <a:buNone/>
            </a:pPr>
            <a:endParaRPr lang="en-NG" sz="1400" b="1" dirty="0">
              <a:latin typeface="Times New Roman" panose="02020603050405020304" pitchFamily="18" charset="0"/>
              <a:cs typeface="Times New Roman" panose="02020603050405020304" pitchFamily="18" charset="0"/>
            </a:endParaRPr>
          </a:p>
          <a:p>
            <a:pPr marL="0" indent="0" algn="ctr">
              <a:buNone/>
            </a:pPr>
            <a:r>
              <a:rPr lang="en-US" sz="3300" b="1" dirty="0">
                <a:latin typeface="Times New Roman" panose="02020603050405020304" pitchFamily="18" charset="0"/>
                <a:cs typeface="Times New Roman" panose="02020603050405020304" pitchFamily="18" charset="0"/>
              </a:rPr>
              <a:t>TOB for Young People – Why Does This Matter to Me?</a:t>
            </a:r>
            <a:endParaRPr lang="en-NG" sz="3300" b="1"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You are not a mistake.</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Your body is a gift, not an object.</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Sex is not just pleasure; it is sacred communication.</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God wants you to experience real love, not be used.</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You are called to love like Christ—by giving, not taking.</a:t>
            </a:r>
            <a:endParaRPr lang="en-NG"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Examples:</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In Kiriwina, gardens are protected and valued. So is your body.</a:t>
            </a:r>
            <a:endParaRPr lang="en-NG" dirty="0">
              <a:latin typeface="Times New Roman" panose="02020603050405020304" pitchFamily="18" charset="0"/>
              <a:cs typeface="Times New Roman" panose="02020603050405020304" pitchFamily="18" charset="0"/>
            </a:endParaRPr>
          </a:p>
          <a:p>
            <a:pPr lvl="0">
              <a:lnSpc>
                <a:spcPct val="150000"/>
              </a:lnSpc>
            </a:pPr>
            <a:r>
              <a:rPr lang="en-US" dirty="0">
                <a:latin typeface="Times New Roman" panose="02020603050405020304" pitchFamily="18" charset="0"/>
                <a:cs typeface="Times New Roman" panose="02020603050405020304" pitchFamily="18" charset="0"/>
              </a:rPr>
              <a:t>Just like shell money is used with respect, so must you respect your body and others’.</a:t>
            </a:r>
            <a:endParaRPr lang="en-NG" dirty="0">
              <a:latin typeface="Times New Roman" panose="02020603050405020304" pitchFamily="18" charset="0"/>
              <a:cs typeface="Times New Roman" panose="02020603050405020304" pitchFamily="18" charset="0"/>
            </a:endParaRPr>
          </a:p>
          <a:p>
            <a:pPr marL="0" indent="0">
              <a:lnSpc>
                <a:spcPct val="150000"/>
              </a:lnSpc>
              <a:buNone/>
            </a:pPr>
            <a:r>
              <a:rPr lang="en-US" dirty="0">
                <a:latin typeface="Times New Roman" panose="02020603050405020304" pitchFamily="18" charset="0"/>
                <a:cs typeface="Times New Roman" panose="02020603050405020304" pitchFamily="18" charset="0"/>
              </a:rPr>
              <a:t>A feast without preparation is a mess. Same with love—it needs planning and commitment (marriage).</a:t>
            </a:r>
            <a:endParaRPr lang="en-NG" dirty="0">
              <a:latin typeface="Times New Roman" panose="02020603050405020304" pitchFamily="18" charset="0"/>
              <a:cs typeface="Times New Roman" panose="02020603050405020304" pitchFamily="18" charset="0"/>
            </a:endParaRP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7056339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down)">
                                      <p:cBhvr>
                                        <p:cTn id="7" dur="580">
                                          <p:stCondLst>
                                            <p:cond delay="0"/>
                                          </p:stCondLst>
                                        </p:cTn>
                                        <p:tgtEl>
                                          <p:spTgt spid="3">
                                            <p:txEl>
                                              <p:pRg st="1" end="1"/>
                                            </p:txEl>
                                          </p:spTgt>
                                        </p:tgtEl>
                                      </p:cBhvr>
                                    </p:animEffect>
                                    <p:anim calcmode="lin" valueType="num">
                                      <p:cBhvr>
                                        <p:cTn id="8"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1" end="1"/>
                                            </p:txEl>
                                          </p:spTgt>
                                        </p:tgtEl>
                                      </p:cBhvr>
                                      <p:to x="100000" y="60000"/>
                                    </p:animScale>
                                    <p:animScale>
                                      <p:cBhvr>
                                        <p:cTn id="14" dur="166" decel="50000">
                                          <p:stCondLst>
                                            <p:cond delay="676"/>
                                          </p:stCondLst>
                                        </p:cTn>
                                        <p:tgtEl>
                                          <p:spTgt spid="3">
                                            <p:txEl>
                                              <p:pRg st="1" end="1"/>
                                            </p:txEl>
                                          </p:spTgt>
                                        </p:tgtEl>
                                      </p:cBhvr>
                                      <p:to x="100000" y="100000"/>
                                    </p:animScale>
                                    <p:animScale>
                                      <p:cBhvr>
                                        <p:cTn id="15" dur="26">
                                          <p:stCondLst>
                                            <p:cond delay="1312"/>
                                          </p:stCondLst>
                                        </p:cTn>
                                        <p:tgtEl>
                                          <p:spTgt spid="3">
                                            <p:txEl>
                                              <p:pRg st="1" end="1"/>
                                            </p:txEl>
                                          </p:spTgt>
                                        </p:tgtEl>
                                      </p:cBhvr>
                                      <p:to x="100000" y="80000"/>
                                    </p:animScale>
                                    <p:animScale>
                                      <p:cBhvr>
                                        <p:cTn id="16" dur="166" decel="50000">
                                          <p:stCondLst>
                                            <p:cond delay="1338"/>
                                          </p:stCondLst>
                                        </p:cTn>
                                        <p:tgtEl>
                                          <p:spTgt spid="3">
                                            <p:txEl>
                                              <p:pRg st="1" end="1"/>
                                            </p:txEl>
                                          </p:spTgt>
                                        </p:tgtEl>
                                      </p:cBhvr>
                                      <p:to x="100000" y="100000"/>
                                    </p:animScale>
                                    <p:animScale>
                                      <p:cBhvr>
                                        <p:cTn id="17" dur="26">
                                          <p:stCondLst>
                                            <p:cond delay="1642"/>
                                          </p:stCondLst>
                                        </p:cTn>
                                        <p:tgtEl>
                                          <p:spTgt spid="3">
                                            <p:txEl>
                                              <p:pRg st="1" end="1"/>
                                            </p:txEl>
                                          </p:spTgt>
                                        </p:tgtEl>
                                      </p:cBhvr>
                                      <p:to x="100000" y="90000"/>
                                    </p:animScale>
                                    <p:animScale>
                                      <p:cBhvr>
                                        <p:cTn id="18" dur="166" decel="50000">
                                          <p:stCondLst>
                                            <p:cond delay="1668"/>
                                          </p:stCondLst>
                                        </p:cTn>
                                        <p:tgtEl>
                                          <p:spTgt spid="3">
                                            <p:txEl>
                                              <p:pRg st="1" end="1"/>
                                            </p:txEl>
                                          </p:spTgt>
                                        </p:tgtEl>
                                      </p:cBhvr>
                                      <p:to x="100000" y="100000"/>
                                    </p:animScale>
                                    <p:animScale>
                                      <p:cBhvr>
                                        <p:cTn id="19" dur="26">
                                          <p:stCondLst>
                                            <p:cond delay="1808"/>
                                          </p:stCondLst>
                                        </p:cTn>
                                        <p:tgtEl>
                                          <p:spTgt spid="3">
                                            <p:txEl>
                                              <p:pRg st="1" end="1"/>
                                            </p:txEl>
                                          </p:spTgt>
                                        </p:tgtEl>
                                      </p:cBhvr>
                                      <p:to x="100000" y="95000"/>
                                    </p:animScale>
                                    <p:animScale>
                                      <p:cBhvr>
                                        <p:cTn id="20" dur="166" decel="50000">
                                          <p:stCondLst>
                                            <p:cond delay="1834"/>
                                          </p:stCondLst>
                                        </p:cTn>
                                        <p:tgtEl>
                                          <p:spTgt spid="3">
                                            <p:txEl>
                                              <p:pRg st="1" end="1"/>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500"/>
                                        <p:tgtEl>
                                          <p:spTgt spid="3">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wipe(down)">
                                      <p:cBhvr>
                                        <p:cTn id="30" dur="500"/>
                                        <p:tgtEl>
                                          <p:spTgt spid="3">
                                            <p:txEl>
                                              <p:pRg st="3" end="3"/>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31" presetClass="entr" presetSubtype="0" fill="hold"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 calcmode="lin" valueType="num">
                                      <p:cBhvr>
                                        <p:cTn id="42" dur="1000" fill="hold"/>
                                        <p:tgtEl>
                                          <p:spTgt spid="3">
                                            <p:txEl>
                                              <p:pRg st="5" end="5"/>
                                            </p:txEl>
                                          </p:spTgt>
                                        </p:tgtEl>
                                        <p:attrNameLst>
                                          <p:attrName>ppt_w</p:attrName>
                                        </p:attrNameLst>
                                      </p:cBhvr>
                                      <p:tavLst>
                                        <p:tav tm="0">
                                          <p:val>
                                            <p:fltVal val="0"/>
                                          </p:val>
                                        </p:tav>
                                        <p:tav tm="100000">
                                          <p:val>
                                            <p:strVal val="#ppt_w"/>
                                          </p:val>
                                        </p:tav>
                                      </p:tavLst>
                                    </p:anim>
                                    <p:anim calcmode="lin" valueType="num">
                                      <p:cBhvr>
                                        <p:cTn id="43" dur="1000" fill="hold"/>
                                        <p:tgtEl>
                                          <p:spTgt spid="3">
                                            <p:txEl>
                                              <p:pRg st="5" end="5"/>
                                            </p:txEl>
                                          </p:spTgt>
                                        </p:tgtEl>
                                        <p:attrNameLst>
                                          <p:attrName>ppt_h</p:attrName>
                                        </p:attrNameLst>
                                      </p:cBhvr>
                                      <p:tavLst>
                                        <p:tav tm="0">
                                          <p:val>
                                            <p:fltVal val="0"/>
                                          </p:val>
                                        </p:tav>
                                        <p:tav tm="100000">
                                          <p:val>
                                            <p:strVal val="#ppt_h"/>
                                          </p:val>
                                        </p:tav>
                                      </p:tavLst>
                                    </p:anim>
                                    <p:anim calcmode="lin" valueType="num">
                                      <p:cBhvr>
                                        <p:cTn id="44" dur="1000" fill="hold"/>
                                        <p:tgtEl>
                                          <p:spTgt spid="3">
                                            <p:txEl>
                                              <p:pRg st="5" end="5"/>
                                            </p:txEl>
                                          </p:spTgt>
                                        </p:tgtEl>
                                        <p:attrNameLst>
                                          <p:attrName>style.rotation</p:attrName>
                                        </p:attrNameLst>
                                      </p:cBhvr>
                                      <p:tavLst>
                                        <p:tav tm="0">
                                          <p:val>
                                            <p:fltVal val="90"/>
                                          </p:val>
                                        </p:tav>
                                        <p:tav tm="100000">
                                          <p:val>
                                            <p:fltVal val="0"/>
                                          </p:val>
                                        </p:tav>
                                      </p:tavLst>
                                    </p:anim>
                                    <p:animEffect transition="in" filter="fade">
                                      <p:cBhvr>
                                        <p:cTn id="45" dur="1000"/>
                                        <p:tgtEl>
                                          <p:spTgt spid="3">
                                            <p:txEl>
                                              <p:pRg st="5" end="5"/>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4" presetClass="entr" presetSubtype="10" fill="hold" nodeType="clickEffect">
                                  <p:stCondLst>
                                    <p:cond delay="0"/>
                                  </p:stCondLst>
                                  <p:childTnLst>
                                    <p:set>
                                      <p:cBhvr>
                                        <p:cTn id="49" dur="1" fill="hold">
                                          <p:stCondLst>
                                            <p:cond delay="0"/>
                                          </p:stCondLst>
                                        </p:cTn>
                                        <p:tgtEl>
                                          <p:spTgt spid="3">
                                            <p:txEl>
                                              <p:pRg st="6" end="6"/>
                                            </p:txEl>
                                          </p:spTgt>
                                        </p:tgtEl>
                                        <p:attrNameLst>
                                          <p:attrName>style.visibility</p:attrName>
                                        </p:attrNameLst>
                                      </p:cBhvr>
                                      <p:to>
                                        <p:strVal val="visible"/>
                                      </p:to>
                                    </p:set>
                                    <p:animEffect transition="in" filter="randombar(horizontal)">
                                      <p:cBhvr>
                                        <p:cTn id="50" dur="500"/>
                                        <p:tgtEl>
                                          <p:spTgt spid="3">
                                            <p:txEl>
                                              <p:pRg st="6" end="6"/>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49" presetClass="entr" presetSubtype="0" decel="100000" fill="hold"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p:cTn id="55" dur="500" fill="hold"/>
                                        <p:tgtEl>
                                          <p:spTgt spid="3">
                                            <p:txEl>
                                              <p:pRg st="7" end="7"/>
                                            </p:txEl>
                                          </p:spTgt>
                                        </p:tgtEl>
                                        <p:attrNameLst>
                                          <p:attrName>ppt_w</p:attrName>
                                        </p:attrNameLst>
                                      </p:cBhvr>
                                      <p:tavLst>
                                        <p:tav tm="0">
                                          <p:val>
                                            <p:fltVal val="0"/>
                                          </p:val>
                                        </p:tav>
                                        <p:tav tm="100000">
                                          <p:val>
                                            <p:strVal val="#ppt_w"/>
                                          </p:val>
                                        </p:tav>
                                      </p:tavLst>
                                    </p:anim>
                                    <p:anim calcmode="lin" valueType="num">
                                      <p:cBhvr>
                                        <p:cTn id="56" dur="500" fill="hold"/>
                                        <p:tgtEl>
                                          <p:spTgt spid="3">
                                            <p:txEl>
                                              <p:pRg st="7" end="7"/>
                                            </p:txEl>
                                          </p:spTgt>
                                        </p:tgtEl>
                                        <p:attrNameLst>
                                          <p:attrName>ppt_h</p:attrName>
                                        </p:attrNameLst>
                                      </p:cBhvr>
                                      <p:tavLst>
                                        <p:tav tm="0">
                                          <p:val>
                                            <p:fltVal val="0"/>
                                          </p:val>
                                        </p:tav>
                                        <p:tav tm="100000">
                                          <p:val>
                                            <p:strVal val="#ppt_h"/>
                                          </p:val>
                                        </p:tav>
                                      </p:tavLst>
                                    </p:anim>
                                    <p:anim calcmode="lin" valueType="num">
                                      <p:cBhvr>
                                        <p:cTn id="57" dur="500" fill="hold"/>
                                        <p:tgtEl>
                                          <p:spTgt spid="3">
                                            <p:txEl>
                                              <p:pRg st="7" end="7"/>
                                            </p:txEl>
                                          </p:spTgt>
                                        </p:tgtEl>
                                        <p:attrNameLst>
                                          <p:attrName>style.rotation</p:attrName>
                                        </p:attrNameLst>
                                      </p:cBhvr>
                                      <p:tavLst>
                                        <p:tav tm="0">
                                          <p:val>
                                            <p:fltVal val="360"/>
                                          </p:val>
                                        </p:tav>
                                        <p:tav tm="100000">
                                          <p:val>
                                            <p:fltVal val="0"/>
                                          </p:val>
                                        </p:tav>
                                      </p:tavLst>
                                    </p:anim>
                                    <p:animEffect transition="in" filter="fade">
                                      <p:cBhvr>
                                        <p:cTn id="58" dur="500"/>
                                        <p:tgtEl>
                                          <p:spTgt spid="3">
                                            <p:txEl>
                                              <p:pRg st="7" end="7"/>
                                            </p:txEl>
                                          </p:spTgt>
                                        </p:tgtEl>
                                      </p:cBhvr>
                                    </p:animEffect>
                                  </p:childTnLst>
                                </p:cTn>
                              </p:par>
                            </p:childTnLst>
                          </p:cTn>
                        </p:par>
                      </p:childTnLst>
                    </p:cTn>
                  </p:par>
                  <p:par>
                    <p:cTn id="59" fill="hold">
                      <p:stCondLst>
                        <p:cond delay="indefinite"/>
                      </p:stCondLst>
                      <p:childTnLst>
                        <p:par>
                          <p:cTn id="60" fill="hold">
                            <p:stCondLst>
                              <p:cond delay="0"/>
                            </p:stCondLst>
                            <p:childTnLst>
                              <p:par>
                                <p:cTn id="61" presetID="13" presetClass="entr" presetSubtype="16" fill="hold"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plus(in)">
                                      <p:cBhvr>
                                        <p:cTn id="63" dur="2000"/>
                                        <p:tgtEl>
                                          <p:spTgt spid="3">
                                            <p:txEl>
                                              <p:pRg st="8" end="8"/>
                                            </p:txEl>
                                          </p:spTgt>
                                        </p:tgtEl>
                                      </p:cBhvr>
                                    </p:animEffect>
                                  </p:childTnLst>
                                </p:cTn>
                              </p:par>
                            </p:childTnLst>
                          </p:cTn>
                        </p:par>
                      </p:childTnLst>
                    </p:cTn>
                  </p:par>
                  <p:par>
                    <p:cTn id="64" fill="hold">
                      <p:stCondLst>
                        <p:cond delay="indefinite"/>
                      </p:stCondLst>
                      <p:childTnLst>
                        <p:par>
                          <p:cTn id="65" fill="hold">
                            <p:stCondLst>
                              <p:cond delay="0"/>
                            </p:stCondLst>
                            <p:childTnLst>
                              <p:par>
                                <p:cTn id="66" presetID="12" presetClass="entr" presetSubtype="4" fill="hold" nodeType="clickEffect">
                                  <p:stCondLst>
                                    <p:cond delay="0"/>
                                  </p:stCondLst>
                                  <p:childTnLst>
                                    <p:set>
                                      <p:cBhvr>
                                        <p:cTn id="67" dur="1" fill="hold">
                                          <p:stCondLst>
                                            <p:cond delay="0"/>
                                          </p:stCondLst>
                                        </p:cTn>
                                        <p:tgtEl>
                                          <p:spTgt spid="3">
                                            <p:txEl>
                                              <p:pRg st="9" end="9"/>
                                            </p:txEl>
                                          </p:spTgt>
                                        </p:tgtEl>
                                        <p:attrNameLst>
                                          <p:attrName>style.visibility</p:attrName>
                                        </p:attrNameLst>
                                      </p:cBhvr>
                                      <p:to>
                                        <p:strVal val="visible"/>
                                      </p:to>
                                    </p:set>
                                    <p:anim calcmode="lin" valueType="num">
                                      <p:cBhvr additive="base">
                                        <p:cTn id="68" dur="500"/>
                                        <p:tgtEl>
                                          <p:spTgt spid="3">
                                            <p:txEl>
                                              <p:pRg st="9" end="9"/>
                                            </p:txEl>
                                          </p:spTgt>
                                        </p:tgtEl>
                                        <p:attrNameLst>
                                          <p:attrName>ppt_y</p:attrName>
                                        </p:attrNameLst>
                                      </p:cBhvr>
                                      <p:tavLst>
                                        <p:tav tm="0">
                                          <p:val>
                                            <p:strVal val="#ppt_y+#ppt_h*1.125000"/>
                                          </p:val>
                                        </p:tav>
                                        <p:tav tm="100000">
                                          <p:val>
                                            <p:strVal val="#ppt_y"/>
                                          </p:val>
                                        </p:tav>
                                      </p:tavLst>
                                    </p:anim>
                                    <p:animEffect transition="in" filter="wipe(up)">
                                      <p:cBhvr>
                                        <p:cTn id="69" dur="500"/>
                                        <p:tgtEl>
                                          <p:spTgt spid="3">
                                            <p:txEl>
                                              <p:pRg st="9" end="9"/>
                                            </p:txEl>
                                          </p:spTgt>
                                        </p:tgtEl>
                                      </p:cBhvr>
                                    </p:animEffect>
                                  </p:childTnLst>
                                </p:cTn>
                              </p:par>
                            </p:childTnLst>
                          </p:cTn>
                        </p:par>
                      </p:childTnLst>
                    </p:cTn>
                  </p:par>
                  <p:par>
                    <p:cTn id="70" fill="hold">
                      <p:stCondLst>
                        <p:cond delay="indefinite"/>
                      </p:stCondLst>
                      <p:childTnLst>
                        <p:par>
                          <p:cTn id="71" fill="hold">
                            <p:stCondLst>
                              <p:cond delay="0"/>
                            </p:stCondLst>
                            <p:childTnLst>
                              <p:par>
                                <p:cTn id="72" presetID="53" presetClass="entr" presetSubtype="16" fill="hold" nodeType="clickEffect">
                                  <p:stCondLst>
                                    <p:cond delay="0"/>
                                  </p:stCondLst>
                                  <p:childTnLst>
                                    <p:set>
                                      <p:cBhvr>
                                        <p:cTn id="73" dur="1" fill="hold">
                                          <p:stCondLst>
                                            <p:cond delay="0"/>
                                          </p:stCondLst>
                                        </p:cTn>
                                        <p:tgtEl>
                                          <p:spTgt spid="3">
                                            <p:txEl>
                                              <p:pRg st="10" end="10"/>
                                            </p:txEl>
                                          </p:spTgt>
                                        </p:tgtEl>
                                        <p:attrNameLst>
                                          <p:attrName>style.visibility</p:attrName>
                                        </p:attrNameLst>
                                      </p:cBhvr>
                                      <p:to>
                                        <p:strVal val="visible"/>
                                      </p:to>
                                    </p:set>
                                    <p:anim calcmode="lin" valueType="num">
                                      <p:cBhvr>
                                        <p:cTn id="74" dur="500" fill="hold"/>
                                        <p:tgtEl>
                                          <p:spTgt spid="3">
                                            <p:txEl>
                                              <p:pRg st="10" end="10"/>
                                            </p:txEl>
                                          </p:spTgt>
                                        </p:tgtEl>
                                        <p:attrNameLst>
                                          <p:attrName>ppt_w</p:attrName>
                                        </p:attrNameLst>
                                      </p:cBhvr>
                                      <p:tavLst>
                                        <p:tav tm="0">
                                          <p:val>
                                            <p:fltVal val="0"/>
                                          </p:val>
                                        </p:tav>
                                        <p:tav tm="100000">
                                          <p:val>
                                            <p:strVal val="#ppt_w"/>
                                          </p:val>
                                        </p:tav>
                                      </p:tavLst>
                                    </p:anim>
                                    <p:anim calcmode="lin" valueType="num">
                                      <p:cBhvr>
                                        <p:cTn id="75" dur="500" fill="hold"/>
                                        <p:tgtEl>
                                          <p:spTgt spid="3">
                                            <p:txEl>
                                              <p:pRg st="10" end="10"/>
                                            </p:txEl>
                                          </p:spTgt>
                                        </p:tgtEl>
                                        <p:attrNameLst>
                                          <p:attrName>ppt_h</p:attrName>
                                        </p:attrNameLst>
                                      </p:cBhvr>
                                      <p:tavLst>
                                        <p:tav tm="0">
                                          <p:val>
                                            <p:fltVal val="0"/>
                                          </p:val>
                                        </p:tav>
                                        <p:tav tm="100000">
                                          <p:val>
                                            <p:strVal val="#ppt_h"/>
                                          </p:val>
                                        </p:tav>
                                      </p:tavLst>
                                    </p:anim>
                                    <p:animEffect transition="in" filter="fade">
                                      <p:cBhvr>
                                        <p:cTn id="76"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2A9D23-B750-EC67-25A3-0B0B315C1A61}"/>
              </a:ext>
            </a:extLst>
          </p:cNvPr>
          <p:cNvSpPr>
            <a:spLocks noGrp="1"/>
          </p:cNvSpPr>
          <p:nvPr>
            <p:ph idx="1"/>
          </p:nvPr>
        </p:nvSpPr>
        <p:spPr>
          <a:xfrm>
            <a:off x="0" y="0"/>
            <a:ext cx="12192000" cy="6858000"/>
          </a:xfrm>
        </p:spPr>
        <p:txBody>
          <a:bodyPr>
            <a:normAutofit lnSpcReduction="10000"/>
          </a:bodyPr>
          <a:lstStyle/>
          <a:p>
            <a:pPr marL="0" indent="0">
              <a:buNone/>
            </a:pPr>
            <a:r>
              <a:rPr lang="en-US" sz="2400" b="1" dirty="0">
                <a:latin typeface="Times New Roman" panose="02020603050405020304" pitchFamily="18" charset="0"/>
                <a:cs typeface="Times New Roman" panose="02020603050405020304" pitchFamily="18" charset="0"/>
              </a:rPr>
              <a:t>In Short</a:t>
            </a:r>
          </a:p>
          <a:p>
            <a:pPr marL="0" indent="0">
              <a:buNone/>
            </a:pPr>
            <a:r>
              <a:rPr lang="en-US" sz="2800" dirty="0">
                <a:latin typeface="Times New Roman" panose="02020603050405020304" pitchFamily="18" charset="0"/>
                <a:cs typeface="Times New Roman" panose="02020603050405020304" pitchFamily="18" charset="0"/>
              </a:rPr>
              <a:t>Your body is holy.</a:t>
            </a:r>
          </a:p>
          <a:p>
            <a:pPr marL="0" indent="0">
              <a:buNone/>
            </a:pPr>
            <a:r>
              <a:rPr lang="en-US" sz="2800" dirty="0">
                <a:latin typeface="Times New Roman" panose="02020603050405020304" pitchFamily="18" charset="0"/>
                <a:cs typeface="Times New Roman" panose="02020603050405020304" pitchFamily="18" charset="0"/>
              </a:rPr>
              <a:t>Love is self-giving, not using.</a:t>
            </a:r>
          </a:p>
          <a:p>
            <a:pPr marL="0" indent="0">
              <a:buNone/>
            </a:pPr>
            <a:r>
              <a:rPr lang="en-US" sz="2800" dirty="0">
                <a:latin typeface="Times New Roman" panose="02020603050405020304" pitchFamily="18" charset="0"/>
                <a:cs typeface="Times New Roman" panose="02020603050405020304" pitchFamily="18" charset="0"/>
              </a:rPr>
              <a:t>Sex is meant for marriage.</a:t>
            </a:r>
          </a:p>
          <a:p>
            <a:pPr marL="0" indent="0">
              <a:buNone/>
            </a:pPr>
            <a:r>
              <a:rPr lang="en-US" sz="2800" dirty="0">
                <a:latin typeface="Times New Roman" panose="02020603050405020304" pitchFamily="18" charset="0"/>
                <a:cs typeface="Times New Roman" panose="02020603050405020304" pitchFamily="18" charset="0"/>
              </a:rPr>
              <a:t>Respect your body and the bodies of others.</a:t>
            </a:r>
          </a:p>
          <a:p>
            <a:pPr marL="0" indent="0">
              <a:buNone/>
            </a:pPr>
            <a:r>
              <a:rPr lang="en-US" sz="2800" dirty="0">
                <a:latin typeface="Times New Roman" panose="02020603050405020304" pitchFamily="18" charset="0"/>
                <a:cs typeface="Times New Roman" panose="02020603050405020304" pitchFamily="18" charset="0"/>
              </a:rPr>
              <a:t>Theology of the Body is not a burden — it’s a beautiful message that your life, body, and love have deep meaning.</a:t>
            </a:r>
          </a:p>
          <a:p>
            <a:pPr marL="0" indent="0">
              <a:buNone/>
            </a:pPr>
            <a:r>
              <a:rPr lang="en-US" sz="3200" b="1" dirty="0">
                <a:latin typeface="Times New Roman" panose="02020603050405020304" pitchFamily="18" charset="0"/>
                <a:cs typeface="Times New Roman" panose="02020603050405020304" pitchFamily="18" charset="0"/>
              </a:rPr>
              <a:t>Closing Encouragement </a:t>
            </a:r>
          </a:p>
          <a:p>
            <a:pPr marL="0" indent="0">
              <a:buNone/>
            </a:pPr>
            <a:r>
              <a:rPr lang="en-US" sz="2800" dirty="0">
                <a:latin typeface="Times New Roman" panose="02020603050405020304" pitchFamily="18" charset="0"/>
                <a:cs typeface="Times New Roman" panose="02020603050405020304" pitchFamily="18" charset="0"/>
              </a:rPr>
              <a:t>Remember: </a:t>
            </a:r>
          </a:p>
          <a:p>
            <a:pPr marL="0" indent="0">
              <a:buNone/>
            </a:pPr>
            <a:r>
              <a:rPr lang="en-US" sz="2800" dirty="0">
                <a:latin typeface="Times New Roman" panose="02020603050405020304" pitchFamily="18" charset="0"/>
                <a:cs typeface="Times New Roman" panose="02020603050405020304" pitchFamily="18" charset="0"/>
              </a:rPr>
              <a:t>•	“Your body is a temple of the Holy Spirit.”</a:t>
            </a:r>
          </a:p>
          <a:p>
            <a:pPr marL="0" indent="0">
              <a:buNone/>
            </a:pPr>
            <a:r>
              <a:rPr lang="en-US" sz="2800" dirty="0">
                <a:latin typeface="Times New Roman" panose="02020603050405020304" pitchFamily="18" charset="0"/>
                <a:cs typeface="Times New Roman" panose="02020603050405020304" pitchFamily="18" charset="0"/>
              </a:rPr>
              <a:t>•	Don’t be afraid to be different.</a:t>
            </a:r>
          </a:p>
          <a:p>
            <a:pPr marL="0" indent="0">
              <a:buNone/>
            </a:pPr>
            <a:r>
              <a:rPr lang="en-US" sz="2800" dirty="0">
                <a:latin typeface="Times New Roman" panose="02020603050405020304" pitchFamily="18" charset="0"/>
                <a:cs typeface="Times New Roman" panose="02020603050405020304" pitchFamily="18" charset="0"/>
              </a:rPr>
              <a:t>•	You deserve respect.</a:t>
            </a:r>
          </a:p>
          <a:p>
            <a:pPr marL="0" indent="0">
              <a:buNone/>
            </a:pPr>
            <a:r>
              <a:rPr lang="en-US" sz="2800" dirty="0">
                <a:latin typeface="Times New Roman" panose="02020603050405020304" pitchFamily="18" charset="0"/>
                <a:cs typeface="Times New Roman" panose="02020603050405020304" pitchFamily="18" charset="0"/>
              </a:rPr>
              <a:t>•	True love waits.</a:t>
            </a: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9588351"/>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additive="base">
                                        <p:cTn id="12"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 calcmode="lin" valueType="num">
                                      <p:cBhvr additive="base">
                                        <p:cTn id="16"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 calcmode="lin" valueType="num">
                                      <p:cBhvr additive="base">
                                        <p:cTn id="20"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 calcmode="lin" valueType="num">
                                      <p:cBhvr additive="base">
                                        <p:cTn id="24"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42"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1000"/>
                                        <p:tgtEl>
                                          <p:spTgt spid="3">
                                            <p:txEl>
                                              <p:pRg st="5" end="5"/>
                                            </p:txEl>
                                          </p:spTgt>
                                        </p:tgtEl>
                                      </p:cBhvr>
                                    </p:animEffect>
                                    <p:anim calcmode="lin" valueType="num">
                                      <p:cBhvr>
                                        <p:cTn id="3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ntr" presetSubtype="0" fill="hold" nodeType="click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Effect transition="in" filter="wipe(down)">
                                      <p:cBhvr>
                                        <p:cTn id="41" dur="580">
                                          <p:stCondLst>
                                            <p:cond delay="0"/>
                                          </p:stCondLst>
                                        </p:cTn>
                                        <p:tgtEl>
                                          <p:spTgt spid="3">
                                            <p:txEl>
                                              <p:pRg st="7" end="7"/>
                                            </p:txEl>
                                          </p:spTgt>
                                        </p:tgtEl>
                                      </p:cBhvr>
                                    </p:animEffect>
                                    <p:anim calcmode="lin" valueType="num">
                                      <p:cBhvr>
                                        <p:cTn id="42" dur="1822" tmFilter="0,0; 0.14,0.36; 0.43,0.73; 0.71,0.91; 1.0,1.0">
                                          <p:stCondLst>
                                            <p:cond delay="0"/>
                                          </p:stCondLst>
                                        </p:cTn>
                                        <p:tgtEl>
                                          <p:spTgt spid="3">
                                            <p:txEl>
                                              <p:pRg st="7" end="7"/>
                                            </p:txEl>
                                          </p:spTgt>
                                        </p:tgtEl>
                                        <p:attrNameLst>
                                          <p:attrName>ppt_x</p:attrName>
                                        </p:attrNameLst>
                                      </p:cBhvr>
                                      <p:tavLst>
                                        <p:tav tm="0">
                                          <p:val>
                                            <p:strVal val="#ppt_x-0.25"/>
                                          </p:val>
                                        </p:tav>
                                        <p:tav tm="100000">
                                          <p:val>
                                            <p:strVal val="#ppt_x"/>
                                          </p:val>
                                        </p:tav>
                                      </p:tavLst>
                                    </p:anim>
                                    <p:anim calcmode="lin" valueType="num">
                                      <p:cBhvr>
                                        <p:cTn id="43" dur="664" tmFilter="0.0,0.0; 0.25,0.07; 0.50,0.2; 0.75,0.467; 1.0,1.0">
                                          <p:stCondLst>
                                            <p:cond delay="0"/>
                                          </p:stCondLst>
                                        </p:cTn>
                                        <p:tgtEl>
                                          <p:spTgt spid="3">
                                            <p:txEl>
                                              <p:pRg st="7" end="7"/>
                                            </p:txEl>
                                          </p:spTgt>
                                        </p:tgtEl>
                                        <p:attrNameLst>
                                          <p:attrName>ppt_y</p:attrName>
                                        </p:attrNameLst>
                                      </p:cBhvr>
                                      <p:tavLst>
                                        <p:tav tm="0" fmla="#ppt_y-sin(pi*$)/3">
                                          <p:val>
                                            <p:fltVal val="0.5"/>
                                          </p:val>
                                        </p:tav>
                                        <p:tav tm="100000">
                                          <p:val>
                                            <p:fltVal val="1"/>
                                          </p:val>
                                        </p:tav>
                                      </p:tavLst>
                                    </p:anim>
                                    <p:anim calcmode="lin" valueType="num">
                                      <p:cBhvr>
                                        <p:cTn id="44" dur="664" tmFilter="0, 0; 0.125,0.2665; 0.25,0.4; 0.375,0.465; 0.5,0.5;  0.625,0.535; 0.75,0.6; 0.875,0.7335; 1,1">
                                          <p:stCondLst>
                                            <p:cond delay="664"/>
                                          </p:stCondLst>
                                        </p:cTn>
                                        <p:tgtEl>
                                          <p:spTgt spid="3">
                                            <p:txEl>
                                              <p:pRg st="7" end="7"/>
                                            </p:txEl>
                                          </p:spTgt>
                                        </p:tgtEl>
                                        <p:attrNameLst>
                                          <p:attrName>ppt_y</p:attrName>
                                        </p:attrNameLst>
                                      </p:cBhvr>
                                      <p:tavLst>
                                        <p:tav tm="0" fmla="#ppt_y-sin(pi*$)/9">
                                          <p:val>
                                            <p:fltVal val="0"/>
                                          </p:val>
                                        </p:tav>
                                        <p:tav tm="100000">
                                          <p:val>
                                            <p:fltVal val="1"/>
                                          </p:val>
                                        </p:tav>
                                      </p:tavLst>
                                    </p:anim>
                                    <p:anim calcmode="lin" valueType="num">
                                      <p:cBhvr>
                                        <p:cTn id="45" dur="332" tmFilter="0, 0; 0.125,0.2665; 0.25,0.4; 0.375,0.465; 0.5,0.5;  0.625,0.535; 0.75,0.6; 0.875,0.7335; 1,1">
                                          <p:stCondLst>
                                            <p:cond delay="1324"/>
                                          </p:stCondLst>
                                        </p:cTn>
                                        <p:tgtEl>
                                          <p:spTgt spid="3">
                                            <p:txEl>
                                              <p:pRg st="7" end="7"/>
                                            </p:txEl>
                                          </p:spTgt>
                                        </p:tgtEl>
                                        <p:attrNameLst>
                                          <p:attrName>ppt_y</p:attrName>
                                        </p:attrNameLst>
                                      </p:cBhvr>
                                      <p:tavLst>
                                        <p:tav tm="0" fmla="#ppt_y-sin(pi*$)/27">
                                          <p:val>
                                            <p:fltVal val="0"/>
                                          </p:val>
                                        </p:tav>
                                        <p:tav tm="100000">
                                          <p:val>
                                            <p:fltVal val="1"/>
                                          </p:val>
                                        </p:tav>
                                      </p:tavLst>
                                    </p:anim>
                                    <p:anim calcmode="lin" valueType="num">
                                      <p:cBhvr>
                                        <p:cTn id="46" dur="164" tmFilter="0, 0; 0.125,0.2665; 0.25,0.4; 0.375,0.465; 0.5,0.5;  0.625,0.535; 0.75,0.6; 0.875,0.7335; 1,1">
                                          <p:stCondLst>
                                            <p:cond delay="1656"/>
                                          </p:stCondLst>
                                        </p:cTn>
                                        <p:tgtEl>
                                          <p:spTgt spid="3">
                                            <p:txEl>
                                              <p:pRg st="7" end="7"/>
                                            </p:txEl>
                                          </p:spTgt>
                                        </p:tgtEl>
                                        <p:attrNameLst>
                                          <p:attrName>ppt_y</p:attrName>
                                        </p:attrNameLst>
                                      </p:cBhvr>
                                      <p:tavLst>
                                        <p:tav tm="0" fmla="#ppt_y-sin(pi*$)/81">
                                          <p:val>
                                            <p:fltVal val="0"/>
                                          </p:val>
                                        </p:tav>
                                        <p:tav tm="100000">
                                          <p:val>
                                            <p:fltVal val="1"/>
                                          </p:val>
                                        </p:tav>
                                      </p:tavLst>
                                    </p:anim>
                                    <p:animScale>
                                      <p:cBhvr>
                                        <p:cTn id="47" dur="26">
                                          <p:stCondLst>
                                            <p:cond delay="650"/>
                                          </p:stCondLst>
                                        </p:cTn>
                                        <p:tgtEl>
                                          <p:spTgt spid="3">
                                            <p:txEl>
                                              <p:pRg st="7" end="7"/>
                                            </p:txEl>
                                          </p:spTgt>
                                        </p:tgtEl>
                                      </p:cBhvr>
                                      <p:to x="100000" y="60000"/>
                                    </p:animScale>
                                    <p:animScale>
                                      <p:cBhvr>
                                        <p:cTn id="48" dur="166" decel="50000">
                                          <p:stCondLst>
                                            <p:cond delay="676"/>
                                          </p:stCondLst>
                                        </p:cTn>
                                        <p:tgtEl>
                                          <p:spTgt spid="3">
                                            <p:txEl>
                                              <p:pRg st="7" end="7"/>
                                            </p:txEl>
                                          </p:spTgt>
                                        </p:tgtEl>
                                      </p:cBhvr>
                                      <p:to x="100000" y="100000"/>
                                    </p:animScale>
                                    <p:animScale>
                                      <p:cBhvr>
                                        <p:cTn id="49" dur="26">
                                          <p:stCondLst>
                                            <p:cond delay="1312"/>
                                          </p:stCondLst>
                                        </p:cTn>
                                        <p:tgtEl>
                                          <p:spTgt spid="3">
                                            <p:txEl>
                                              <p:pRg st="7" end="7"/>
                                            </p:txEl>
                                          </p:spTgt>
                                        </p:tgtEl>
                                      </p:cBhvr>
                                      <p:to x="100000" y="80000"/>
                                    </p:animScale>
                                    <p:animScale>
                                      <p:cBhvr>
                                        <p:cTn id="50" dur="166" decel="50000">
                                          <p:stCondLst>
                                            <p:cond delay="1338"/>
                                          </p:stCondLst>
                                        </p:cTn>
                                        <p:tgtEl>
                                          <p:spTgt spid="3">
                                            <p:txEl>
                                              <p:pRg st="7" end="7"/>
                                            </p:txEl>
                                          </p:spTgt>
                                        </p:tgtEl>
                                      </p:cBhvr>
                                      <p:to x="100000" y="100000"/>
                                    </p:animScale>
                                    <p:animScale>
                                      <p:cBhvr>
                                        <p:cTn id="51" dur="26">
                                          <p:stCondLst>
                                            <p:cond delay="1642"/>
                                          </p:stCondLst>
                                        </p:cTn>
                                        <p:tgtEl>
                                          <p:spTgt spid="3">
                                            <p:txEl>
                                              <p:pRg st="7" end="7"/>
                                            </p:txEl>
                                          </p:spTgt>
                                        </p:tgtEl>
                                      </p:cBhvr>
                                      <p:to x="100000" y="90000"/>
                                    </p:animScale>
                                    <p:animScale>
                                      <p:cBhvr>
                                        <p:cTn id="52" dur="166" decel="50000">
                                          <p:stCondLst>
                                            <p:cond delay="1668"/>
                                          </p:stCondLst>
                                        </p:cTn>
                                        <p:tgtEl>
                                          <p:spTgt spid="3">
                                            <p:txEl>
                                              <p:pRg st="7" end="7"/>
                                            </p:txEl>
                                          </p:spTgt>
                                        </p:tgtEl>
                                      </p:cBhvr>
                                      <p:to x="100000" y="100000"/>
                                    </p:animScale>
                                    <p:animScale>
                                      <p:cBhvr>
                                        <p:cTn id="53" dur="26">
                                          <p:stCondLst>
                                            <p:cond delay="1808"/>
                                          </p:stCondLst>
                                        </p:cTn>
                                        <p:tgtEl>
                                          <p:spTgt spid="3">
                                            <p:txEl>
                                              <p:pRg st="7" end="7"/>
                                            </p:txEl>
                                          </p:spTgt>
                                        </p:tgtEl>
                                      </p:cBhvr>
                                      <p:to x="100000" y="95000"/>
                                    </p:animScale>
                                    <p:animScale>
                                      <p:cBhvr>
                                        <p:cTn id="54" dur="166" decel="50000">
                                          <p:stCondLst>
                                            <p:cond delay="1834"/>
                                          </p:stCondLst>
                                        </p:cTn>
                                        <p:tgtEl>
                                          <p:spTgt spid="3">
                                            <p:txEl>
                                              <p:pRg st="7" end="7"/>
                                            </p:txEl>
                                          </p:spTgt>
                                        </p:tgtEl>
                                      </p:cBhvr>
                                      <p:to x="100000" y="100000"/>
                                    </p:animScale>
                                  </p:childTnLst>
                                </p:cTn>
                              </p:par>
                            </p:childTnLst>
                          </p:cTn>
                        </p:par>
                      </p:childTnLst>
                    </p:cTn>
                  </p:par>
                  <p:par>
                    <p:cTn id="55" fill="hold">
                      <p:stCondLst>
                        <p:cond delay="indefinite"/>
                      </p:stCondLst>
                      <p:childTnLst>
                        <p:par>
                          <p:cTn id="56" fill="hold">
                            <p:stCondLst>
                              <p:cond delay="0"/>
                            </p:stCondLst>
                            <p:childTnLst>
                              <p:par>
                                <p:cTn id="57" presetID="18" presetClass="entr" presetSubtype="12" fill="hold" nodeType="clickEffect">
                                  <p:stCondLst>
                                    <p:cond delay="0"/>
                                  </p:stCondLst>
                                  <p:childTnLst>
                                    <p:set>
                                      <p:cBhvr>
                                        <p:cTn id="58" dur="1" fill="hold">
                                          <p:stCondLst>
                                            <p:cond delay="0"/>
                                          </p:stCondLst>
                                        </p:cTn>
                                        <p:tgtEl>
                                          <p:spTgt spid="3">
                                            <p:txEl>
                                              <p:pRg st="8" end="8"/>
                                            </p:txEl>
                                          </p:spTgt>
                                        </p:tgtEl>
                                        <p:attrNameLst>
                                          <p:attrName>style.visibility</p:attrName>
                                        </p:attrNameLst>
                                      </p:cBhvr>
                                      <p:to>
                                        <p:strVal val="visible"/>
                                      </p:to>
                                    </p:set>
                                    <p:animEffect transition="in" filter="strips(downLeft)">
                                      <p:cBhvr>
                                        <p:cTn id="59" dur="500"/>
                                        <p:tgtEl>
                                          <p:spTgt spid="3">
                                            <p:txEl>
                                              <p:pRg st="8" end="8"/>
                                            </p:txEl>
                                          </p:spTgt>
                                        </p:tgtEl>
                                      </p:cBhvr>
                                    </p:animEffect>
                                  </p:childTnLst>
                                </p:cTn>
                              </p:par>
                              <p:par>
                                <p:cTn id="60" presetID="18" presetClass="entr" presetSubtype="12" fill="hold" nodeType="withEffect">
                                  <p:stCondLst>
                                    <p:cond delay="0"/>
                                  </p:stCondLst>
                                  <p:childTnLst>
                                    <p:set>
                                      <p:cBhvr>
                                        <p:cTn id="61" dur="1" fill="hold">
                                          <p:stCondLst>
                                            <p:cond delay="0"/>
                                          </p:stCondLst>
                                        </p:cTn>
                                        <p:tgtEl>
                                          <p:spTgt spid="3">
                                            <p:txEl>
                                              <p:pRg st="9" end="9"/>
                                            </p:txEl>
                                          </p:spTgt>
                                        </p:tgtEl>
                                        <p:attrNameLst>
                                          <p:attrName>style.visibility</p:attrName>
                                        </p:attrNameLst>
                                      </p:cBhvr>
                                      <p:to>
                                        <p:strVal val="visible"/>
                                      </p:to>
                                    </p:set>
                                    <p:animEffect transition="in" filter="strips(downLeft)">
                                      <p:cBhvr>
                                        <p:cTn id="62" dur="500"/>
                                        <p:tgtEl>
                                          <p:spTgt spid="3">
                                            <p:txEl>
                                              <p:pRg st="9" end="9"/>
                                            </p:txEl>
                                          </p:spTgt>
                                        </p:tgtEl>
                                      </p:cBhvr>
                                    </p:animEffect>
                                  </p:childTnLst>
                                </p:cTn>
                              </p:par>
                              <p:par>
                                <p:cTn id="63" presetID="18" presetClass="entr" presetSubtype="12" fill="hold" nodeType="withEffect">
                                  <p:stCondLst>
                                    <p:cond delay="0"/>
                                  </p:stCondLst>
                                  <p:childTnLst>
                                    <p:set>
                                      <p:cBhvr>
                                        <p:cTn id="64" dur="1" fill="hold">
                                          <p:stCondLst>
                                            <p:cond delay="0"/>
                                          </p:stCondLst>
                                        </p:cTn>
                                        <p:tgtEl>
                                          <p:spTgt spid="3">
                                            <p:txEl>
                                              <p:pRg st="10" end="10"/>
                                            </p:txEl>
                                          </p:spTgt>
                                        </p:tgtEl>
                                        <p:attrNameLst>
                                          <p:attrName>style.visibility</p:attrName>
                                        </p:attrNameLst>
                                      </p:cBhvr>
                                      <p:to>
                                        <p:strVal val="visible"/>
                                      </p:to>
                                    </p:set>
                                    <p:animEffect transition="in" filter="strips(downLeft)">
                                      <p:cBhvr>
                                        <p:cTn id="65" dur="500"/>
                                        <p:tgtEl>
                                          <p:spTgt spid="3">
                                            <p:txEl>
                                              <p:pRg st="10" end="10"/>
                                            </p:txEl>
                                          </p:spTgt>
                                        </p:tgtEl>
                                      </p:cBhvr>
                                    </p:animEffect>
                                  </p:childTnLst>
                                </p:cTn>
                              </p:par>
                              <p:par>
                                <p:cTn id="66" presetID="18" presetClass="entr" presetSubtype="12" fill="hold" nodeType="withEffect">
                                  <p:stCondLst>
                                    <p:cond delay="0"/>
                                  </p:stCondLst>
                                  <p:childTnLst>
                                    <p:set>
                                      <p:cBhvr>
                                        <p:cTn id="67" dur="1" fill="hold">
                                          <p:stCondLst>
                                            <p:cond delay="0"/>
                                          </p:stCondLst>
                                        </p:cTn>
                                        <p:tgtEl>
                                          <p:spTgt spid="3">
                                            <p:txEl>
                                              <p:pRg st="11" end="11"/>
                                            </p:txEl>
                                          </p:spTgt>
                                        </p:tgtEl>
                                        <p:attrNameLst>
                                          <p:attrName>style.visibility</p:attrName>
                                        </p:attrNameLst>
                                      </p:cBhvr>
                                      <p:to>
                                        <p:strVal val="visible"/>
                                      </p:to>
                                    </p:set>
                                    <p:animEffect transition="in" filter="strips(downLeft)">
                                      <p:cBhvr>
                                        <p:cTn id="68" dur="5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6A981C-6978-722D-6508-FBADBA7CD9BA}"/>
              </a:ext>
            </a:extLst>
          </p:cNvPr>
          <p:cNvSpPr>
            <a:spLocks noGrp="1"/>
          </p:cNvSpPr>
          <p:nvPr>
            <p:ph idx="1"/>
          </p:nvPr>
        </p:nvSpPr>
        <p:spPr>
          <a:xfrm>
            <a:off x="0" y="0"/>
            <a:ext cx="12192000" cy="6858000"/>
          </a:xfrm>
        </p:spPr>
        <p:txBody>
          <a:bodyPr/>
          <a:lstStyle/>
          <a:p>
            <a:pPr marL="0" indent="0" algn="ctr">
              <a:buNone/>
            </a:pPr>
            <a:r>
              <a:rPr lang="en-US" sz="3600" b="1" dirty="0">
                <a:latin typeface="Times New Roman" panose="02020603050405020304" pitchFamily="18" charset="0"/>
                <a:cs typeface="Times New Roman" panose="02020603050405020304" pitchFamily="18" charset="0"/>
              </a:rPr>
              <a:t>Closing Prayer </a:t>
            </a:r>
          </a:p>
          <a:p>
            <a:pPr marL="0" indent="0">
              <a:buNone/>
            </a:pPr>
            <a:r>
              <a:rPr lang="en-US" sz="5400" dirty="0">
                <a:latin typeface="Times New Roman" panose="02020603050405020304" pitchFamily="18" charset="0"/>
                <a:cs typeface="Times New Roman" panose="02020603050405020304" pitchFamily="18" charset="0"/>
              </a:rPr>
              <a:t>“Lord Jesus, help us to see our bodies as holy. Give us courage to respect ourselves and others. Teach us true love and help us to wait for the right time for marriage. Bless the youths of Gusaweta and all of Kiriwina. Amen.”</a:t>
            </a:r>
          </a:p>
          <a:p>
            <a:pPr marL="0" indent="0">
              <a:buNone/>
            </a:pPr>
            <a:endParaRPr lang="en-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64861092"/>
      </p:ext>
    </p:extLst>
  </p:cSld>
  <p:clrMapOvr>
    <a:masterClrMapping/>
  </p:clrMapOvr>
  <mc:AlternateContent xmlns:mc="http://schemas.openxmlformats.org/markup-compatibility/2006">
    <mc:Choice xmlns:p14="http://schemas.microsoft.com/office/powerpoint/2010/main" Requires="p14">
      <p:transition spd="slow" p14:dur="800">
        <p14:flythrough/>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9" presetClass="entr" presetSubtype="0" decel="10000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 calcmode="lin" valueType="num">
                                      <p:cBhvr>
                                        <p:cTn id="14" dur="500" fill="hold"/>
                                        <p:tgtEl>
                                          <p:spTgt spid="3">
                                            <p:txEl>
                                              <p:pRg st="1" end="1"/>
                                            </p:txEl>
                                          </p:spTgt>
                                        </p:tgtEl>
                                        <p:attrNameLst>
                                          <p:attrName>style.rotation</p:attrName>
                                        </p:attrNameLst>
                                      </p:cBhvr>
                                      <p:tavLst>
                                        <p:tav tm="0">
                                          <p:val>
                                            <p:fltVal val="360"/>
                                          </p:val>
                                        </p:tav>
                                        <p:tav tm="100000">
                                          <p:val>
                                            <p:fltVal val="0"/>
                                          </p:val>
                                        </p:tav>
                                      </p:tavLst>
                                    </p:anim>
                                    <p:animEffect transition="in" filter="fade">
                                      <p:cBhvr>
                                        <p:cTn id="15"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5A8DA4-51D7-4DC9-BD5E-41C03A229082}"/>
              </a:ext>
            </a:extLst>
          </p:cNvPr>
          <p:cNvSpPr>
            <a:spLocks noGrp="1"/>
          </p:cNvSpPr>
          <p:nvPr>
            <p:ph idx="1"/>
          </p:nvPr>
        </p:nvSpPr>
        <p:spPr>
          <a:xfrm>
            <a:off x="38787" y="0"/>
            <a:ext cx="12153213" cy="6858000"/>
          </a:xfrm>
        </p:spPr>
        <p:txBody>
          <a:bodyPr>
            <a:normAutofit/>
          </a:bodyPr>
          <a:lstStyle/>
          <a:p>
            <a:pPr marL="0" indent="0">
              <a:buNone/>
            </a:pPr>
            <a:endParaRPr lang="en-NG" sz="3600" dirty="0">
              <a:latin typeface="Algerian" panose="04020705040A02060702" pitchFamily="82" charset="0"/>
            </a:endParaRPr>
          </a:p>
          <a:p>
            <a:pPr marL="0" indent="0">
              <a:buNone/>
            </a:pPr>
            <a:endParaRPr lang="en-NG" sz="3600" dirty="0">
              <a:latin typeface="Algerian" panose="04020705040A02060702" pitchFamily="82" charset="0"/>
            </a:endParaRPr>
          </a:p>
          <a:p>
            <a:pPr marL="0" indent="0">
              <a:buNone/>
            </a:pPr>
            <a:endParaRPr lang="en-NG" sz="3600" dirty="0">
              <a:latin typeface="Algerian" panose="04020705040A02060702" pitchFamily="82" charset="0"/>
            </a:endParaRPr>
          </a:p>
          <a:p>
            <a:pPr marL="0" indent="0">
              <a:buNone/>
            </a:pPr>
            <a:endParaRPr lang="en-NG" sz="3600" dirty="0">
              <a:latin typeface="Algerian" panose="04020705040A02060702" pitchFamily="82" charset="0"/>
            </a:endParaRPr>
          </a:p>
          <a:p>
            <a:pPr marL="0" indent="0">
              <a:buNone/>
            </a:pPr>
            <a:endParaRPr lang="en-NG" sz="3600" dirty="0">
              <a:latin typeface="Algerian" panose="04020705040A02060702" pitchFamily="82" charset="0"/>
            </a:endParaRPr>
          </a:p>
          <a:p>
            <a:pPr marL="0" indent="0" algn="ctr">
              <a:buNone/>
            </a:pPr>
            <a:r>
              <a:rPr lang="en-NG" sz="3600" dirty="0">
                <a:latin typeface="Algerian" panose="04020705040A02060702" pitchFamily="82" charset="0"/>
              </a:rPr>
              <a:t>THANKS FOR YOUR ATTENTION</a:t>
            </a:r>
          </a:p>
        </p:txBody>
      </p:sp>
    </p:spTree>
    <p:extLst>
      <p:ext uri="{BB962C8B-B14F-4D97-AF65-F5344CB8AC3E}">
        <p14:creationId xmlns:p14="http://schemas.microsoft.com/office/powerpoint/2010/main" val="17500238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airplan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2000"/>
                                        <p:tgtEl>
                                          <p:spTgt spid="3">
                                            <p:txEl>
                                              <p:pRg st="5" end="5"/>
                                            </p:txEl>
                                          </p:spTgt>
                                        </p:tgtEl>
                                      </p:cBhvr>
                                    </p:animEffect>
                                    <p:anim calcmode="lin" valueType="num">
                                      <p:cBhvr>
                                        <p:cTn id="8" dur="2000" fill="hold"/>
                                        <p:tgtEl>
                                          <p:spTgt spid="3">
                                            <p:txEl>
                                              <p:pRg st="5" end="5"/>
                                            </p:txEl>
                                          </p:spTgt>
                                        </p:tgtEl>
                                        <p:attrNameLst>
                                          <p:attrName>ppt_w</p:attrName>
                                        </p:attrNameLst>
                                      </p:cBhvr>
                                      <p:tavLst>
                                        <p:tav tm="0" fmla="#ppt_w*sin(2.5*pi*$)">
                                          <p:val>
                                            <p:fltVal val="0"/>
                                          </p:val>
                                        </p:tav>
                                        <p:tav tm="100000">
                                          <p:val>
                                            <p:fltVal val="1"/>
                                          </p:val>
                                        </p:tav>
                                      </p:tavLst>
                                    </p:anim>
                                    <p:anim calcmode="lin" valueType="num">
                                      <p:cBhvr>
                                        <p:cTn id="9" dur="2000" fill="hold"/>
                                        <p:tgtEl>
                                          <p:spTgt spid="3">
                                            <p:txEl>
                                              <p:pRg st="5" end="5"/>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F59B9A-4F64-26FF-4E2F-7E146D53D427}"/>
              </a:ext>
            </a:extLst>
          </p:cNvPr>
          <p:cNvSpPr>
            <a:spLocks noGrp="1"/>
          </p:cNvSpPr>
          <p:nvPr>
            <p:ph idx="1"/>
          </p:nvPr>
        </p:nvSpPr>
        <p:spPr/>
        <p:txBody>
          <a:bodyPr>
            <a:normAutofit/>
          </a:bodyPr>
          <a:lstStyle/>
          <a:p>
            <a:pPr marL="0" indent="0" algn="ctr">
              <a:buNone/>
            </a:pPr>
            <a:r>
              <a:rPr lang="en-NG" sz="3600" dirty="0">
                <a:latin typeface="Algerian" panose="04020705040A02060702" pitchFamily="82" charset="0"/>
              </a:rPr>
              <a:t>NOW IS FOR QUESTIONS, OBSERVATIONS, COMMENTS, AND  CONTRIBUTIONS</a:t>
            </a:r>
          </a:p>
        </p:txBody>
      </p:sp>
    </p:spTree>
    <p:extLst>
      <p:ext uri="{BB962C8B-B14F-4D97-AF65-F5344CB8AC3E}">
        <p14:creationId xmlns:p14="http://schemas.microsoft.com/office/powerpoint/2010/main" val="765697030"/>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down)">
                                      <p:cBhvr>
                                        <p:cTn id="7" dur="580">
                                          <p:stCondLst>
                                            <p:cond delay="0"/>
                                          </p:stCondLst>
                                        </p:cTn>
                                        <p:tgtEl>
                                          <p:spTgt spid="3">
                                            <p:txEl>
                                              <p:pRg st="0" end="0"/>
                                            </p:txEl>
                                          </p:spTgt>
                                        </p:tgtEl>
                                      </p:cBhvr>
                                    </p:animEffect>
                                    <p:anim calcmode="lin" valueType="num">
                                      <p:cBhvr>
                                        <p:cTn id="8"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xEl>
                                              <p:pRg st="0" end="0"/>
                                            </p:txEl>
                                          </p:spTgt>
                                        </p:tgtEl>
                                      </p:cBhvr>
                                      <p:to x="100000" y="60000"/>
                                    </p:animScale>
                                    <p:animScale>
                                      <p:cBhvr>
                                        <p:cTn id="14" dur="166" decel="50000">
                                          <p:stCondLst>
                                            <p:cond delay="676"/>
                                          </p:stCondLst>
                                        </p:cTn>
                                        <p:tgtEl>
                                          <p:spTgt spid="3">
                                            <p:txEl>
                                              <p:pRg st="0" end="0"/>
                                            </p:txEl>
                                          </p:spTgt>
                                        </p:tgtEl>
                                      </p:cBhvr>
                                      <p:to x="100000" y="100000"/>
                                    </p:animScale>
                                    <p:animScale>
                                      <p:cBhvr>
                                        <p:cTn id="15" dur="26">
                                          <p:stCondLst>
                                            <p:cond delay="1312"/>
                                          </p:stCondLst>
                                        </p:cTn>
                                        <p:tgtEl>
                                          <p:spTgt spid="3">
                                            <p:txEl>
                                              <p:pRg st="0" end="0"/>
                                            </p:txEl>
                                          </p:spTgt>
                                        </p:tgtEl>
                                      </p:cBhvr>
                                      <p:to x="100000" y="80000"/>
                                    </p:animScale>
                                    <p:animScale>
                                      <p:cBhvr>
                                        <p:cTn id="16" dur="166" decel="50000">
                                          <p:stCondLst>
                                            <p:cond delay="1338"/>
                                          </p:stCondLst>
                                        </p:cTn>
                                        <p:tgtEl>
                                          <p:spTgt spid="3">
                                            <p:txEl>
                                              <p:pRg st="0" end="0"/>
                                            </p:txEl>
                                          </p:spTgt>
                                        </p:tgtEl>
                                      </p:cBhvr>
                                      <p:to x="100000" y="100000"/>
                                    </p:animScale>
                                    <p:animScale>
                                      <p:cBhvr>
                                        <p:cTn id="17" dur="26">
                                          <p:stCondLst>
                                            <p:cond delay="1642"/>
                                          </p:stCondLst>
                                        </p:cTn>
                                        <p:tgtEl>
                                          <p:spTgt spid="3">
                                            <p:txEl>
                                              <p:pRg st="0" end="0"/>
                                            </p:txEl>
                                          </p:spTgt>
                                        </p:tgtEl>
                                      </p:cBhvr>
                                      <p:to x="100000" y="90000"/>
                                    </p:animScale>
                                    <p:animScale>
                                      <p:cBhvr>
                                        <p:cTn id="18" dur="166" decel="50000">
                                          <p:stCondLst>
                                            <p:cond delay="1668"/>
                                          </p:stCondLst>
                                        </p:cTn>
                                        <p:tgtEl>
                                          <p:spTgt spid="3">
                                            <p:txEl>
                                              <p:pRg st="0" end="0"/>
                                            </p:txEl>
                                          </p:spTgt>
                                        </p:tgtEl>
                                      </p:cBhvr>
                                      <p:to x="100000" y="100000"/>
                                    </p:animScale>
                                    <p:animScale>
                                      <p:cBhvr>
                                        <p:cTn id="19" dur="26">
                                          <p:stCondLst>
                                            <p:cond delay="1808"/>
                                          </p:stCondLst>
                                        </p:cTn>
                                        <p:tgtEl>
                                          <p:spTgt spid="3">
                                            <p:txEl>
                                              <p:pRg st="0" end="0"/>
                                            </p:txEl>
                                          </p:spTgt>
                                        </p:tgtEl>
                                      </p:cBhvr>
                                      <p:to x="100000" y="95000"/>
                                    </p:animScale>
                                    <p:animScale>
                                      <p:cBhvr>
                                        <p:cTn id="20" dur="166" decel="50000">
                                          <p:stCondLst>
                                            <p:cond delay="1834"/>
                                          </p:stCondLst>
                                        </p:cTn>
                                        <p:tgtEl>
                                          <p:spTgt spid="3">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336</TotalTime>
  <Words>1642</Words>
  <Application>Microsoft Office PowerPoint</Application>
  <PresentationFormat>Widescreen</PresentationFormat>
  <Paragraphs>167</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Algerian</vt:lpstr>
      <vt:lpstr>Century Gothic</vt:lpstr>
      <vt:lpstr>Lucida Fax</vt:lpstr>
      <vt:lpstr>Times New Roman</vt:lpstr>
      <vt:lpstr>Wingdings 3</vt:lpstr>
      <vt:lpstr>Ion</vt:lpstr>
      <vt:lpstr>WELCOME TO TODAYS SEMINAR FOR THE YOUTH OF GUSAWETA STAY TILL THE END </vt:lpstr>
      <vt:lpstr>THEOLOGY OF THE BODY (TOB): A LAYMAN’S GUIDE </vt:lpstr>
      <vt:lpstr>PowerPoint Presentation</vt:lpstr>
      <vt:lpstr>PowerPoint Presentation</vt:lpstr>
      <vt:lpstr>PowerPoint Presentation</vt:lpstr>
      <vt:lpstr>Part 2 - The Body Speaks a Language</vt:lpstr>
      <vt:lpstr>Part 3 – Male and Female Reflect God’s Image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Okoli Emmanuel</dc:creator>
  <cp:lastModifiedBy>Okoli Emmanuel</cp:lastModifiedBy>
  <cp:revision>23</cp:revision>
  <dcterms:created xsi:type="dcterms:W3CDTF">2025-06-27T01:00:27Z</dcterms:created>
  <dcterms:modified xsi:type="dcterms:W3CDTF">2025-07-05T01:04:55Z</dcterms:modified>
</cp:coreProperties>
</file>